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125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117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133.xml"/>
  <Override ContentType="application/vnd.openxmlformats-officedocument.presentationml.notesSlide+xml" PartName="/ppt/notesSlides/notesSlide109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07.xml"/>
  <Override ContentType="application/vnd.openxmlformats-officedocument.presentationml.notesSlide+xml" PartName="/ppt/notesSlides/notesSlide143.xml"/>
  <Override ContentType="application/vnd.openxmlformats-officedocument.presentationml.notesSlide+xml" PartName="/ppt/notesSlides/notesSlide10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119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10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148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135.xml"/>
  <Override ContentType="application/vnd.openxmlformats-officedocument.presentationml.notesSlide+xml" PartName="/ppt/notesSlides/notesSlide137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141.xml"/>
  <Override ContentType="application/vnd.openxmlformats-officedocument.presentationml.notesSlide+xml" PartName="/ppt/notesSlides/notesSlide123.xml"/>
  <Override ContentType="application/vnd.openxmlformats-officedocument.presentationml.notesSlide+xml" PartName="/ppt/notesSlides/notesSlide11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138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112.xml"/>
  <Override ContentType="application/vnd.openxmlformats-officedocument.presentationml.notesSlide+xml" PartName="/ppt/notesSlides/notesSlide103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46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120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29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44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131.xml"/>
  <Override ContentType="application/vnd.openxmlformats-officedocument.presentationml.notesSlide+xml" PartName="/ppt/notesSlides/notesSlide127.xml"/>
  <Override ContentType="application/vnd.openxmlformats-officedocument.presentationml.notesSlide+xml" PartName="/ppt/notesSlides/notesSlide114.xml"/>
  <Override ContentType="application/vnd.openxmlformats-officedocument.presentationml.notesSlide+xml" PartName="/ppt/notesSlides/notesSlide101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14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116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24.xml"/>
  <Override ContentType="application/vnd.openxmlformats-officedocument.presentationml.notesSlide+xml" PartName="/ppt/notesSlides/notesSlide126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108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1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06.xml"/>
  <Override ContentType="application/vnd.openxmlformats-officedocument.presentationml.notesSlide+xml" PartName="/ppt/notesSlides/notesSlide99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122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118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140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136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49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1.xml"/>
  <Override ContentType="application/vnd.openxmlformats-officedocument.presentationml.notesSlide+xml" PartName="/ppt/notesSlides/notesSlide139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13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98.xml"/>
  <Override ContentType="application/vnd.openxmlformats-officedocument.presentationml.notesSlide+xml" PartName="/ppt/notesSlides/notesSlide104.xml"/>
  <Override ContentType="application/vnd.openxmlformats-officedocument.presentationml.notesSlide+xml" PartName="/ppt/notesSlides/notesSlide1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3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21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132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45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02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115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1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105.xml"/>
  <Override ContentType="application/vnd.openxmlformats-officedocument.presentationml.slide+xml" PartName="/ppt/slides/slide148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138.xml"/>
  <Override ContentType="application/vnd.openxmlformats-officedocument.presentationml.slide+xml" PartName="/ppt/slides/slide25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13.xml"/>
  <Override ContentType="application/vnd.openxmlformats-officedocument.presentationml.slide+xml" PartName="/ppt/slides/slide68.xml"/>
  <Override ContentType="application/vnd.openxmlformats-officedocument.presentationml.slide+xml" PartName="/ppt/slides/slide94.xml"/>
  <Override ContentType="application/vnd.openxmlformats-officedocument.presentationml.slide+xml" PartName="/ppt/slides/slide84.xml"/>
  <Override ContentType="application/vnd.openxmlformats-officedocument.presentationml.slide+xml" PartName="/ppt/slides/slide107.xml"/>
  <Override ContentType="application/vnd.openxmlformats-officedocument.presentationml.slide+xml" PartName="/ppt/slides/slide37.xml"/>
  <Override ContentType="application/vnd.openxmlformats-officedocument.presentationml.slide+xml" PartName="/ppt/slides/slide123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136.xml"/>
  <Override ContentType="application/vnd.openxmlformats-officedocument.presentationml.slide+xml" PartName="/ppt/slides/slide10.xml"/>
  <Override ContentType="application/vnd.openxmlformats-officedocument.presentationml.slide+xml" PartName="/ppt/slides/slide111.xml"/>
  <Override ContentType="application/vnd.openxmlformats-officedocument.presentationml.slide+xml" PartName="/ppt/slides/slide53.xml"/>
  <Override ContentType="application/vnd.openxmlformats-officedocument.presentationml.slide+xml" PartName="/ppt/slides/slide141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18.xml"/>
  <Override ContentType="application/vnd.openxmlformats-officedocument.presentationml.slide+xml" PartName="/ppt/slides/slide142.xml"/>
  <Override ContentType="application/vnd.openxmlformats-officedocument.presentationml.slide+xml" PartName="/ppt/slides/slide12.xml"/>
  <Override ContentType="application/vnd.openxmlformats-officedocument.presentationml.slide+xml" PartName="/ppt/slides/slide108.xml"/>
  <Override ContentType="application/vnd.openxmlformats-officedocument.presentationml.slide+xml" PartName="/ppt/slides/slide98.xml"/>
  <Override ContentType="application/vnd.openxmlformats-officedocument.presentationml.slide+xml" PartName="/ppt/slides/slide125.xml"/>
  <Override ContentType="application/vnd.openxmlformats-officedocument.presentationml.slide+xml" PartName="/ppt/slides/slide72.xml"/>
  <Override ContentType="application/vnd.openxmlformats-officedocument.presentationml.slide+xml" PartName="/ppt/slides/slide135.xml"/>
  <Override ContentType="application/vnd.openxmlformats-officedocument.presentationml.slide+xml" PartName="/ppt/slides/slide20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76.xml"/>
  <Override ContentType="application/vnd.openxmlformats-officedocument.presentationml.slide+xml" PartName="/ppt/slides/slide129.xml"/>
  <Override ContentType="application/vnd.openxmlformats-officedocument.presentationml.slide+xml" PartName="/ppt/slides/slide63.xml"/>
  <Override ContentType="application/vnd.openxmlformats-officedocument.presentationml.slide+xml" PartName="/ppt/slides/slide131.xml"/>
  <Override ContentType="application/vnd.openxmlformats-officedocument.presentationml.slide+xml" PartName="/ppt/slides/slide93.xml"/>
  <Override ContentType="application/vnd.openxmlformats-officedocument.presentationml.slide+xml" PartName="/ppt/slides/slide101.xml"/>
  <Override ContentType="application/vnd.openxmlformats-officedocument.presentationml.slide+xml" PartName="/ppt/slides/slide116.xml"/>
  <Override ContentType="application/vnd.openxmlformats-officedocument.presentationml.slide+xml" PartName="/ppt/slides/slide144.xml"/>
  <Override ContentType="application/vnd.openxmlformats-officedocument.presentationml.slide+xml" PartName="/ppt/slides/slide80.xml"/>
  <Override ContentType="application/vnd.openxmlformats-officedocument.presentationml.slide+xml" PartName="/ppt/slides/slide103.xml"/>
  <Override ContentType="application/vnd.openxmlformats-officedocument.presentationml.slide+xml" PartName="/ppt/slides/slide61.xml"/>
  <Override ContentType="application/vnd.openxmlformats-officedocument.presentationml.slide+xml" PartName="/ppt/slides/slide133.xml"/>
  <Override ContentType="application/vnd.openxmlformats-officedocument.presentationml.slide+xml" PartName="/ppt/slides/slide91.xml"/>
  <Override ContentType="application/vnd.openxmlformats-officedocument.presentationml.slide+xml" PartName="/ppt/slides/slide114.xml"/>
  <Override ContentType="application/vnd.openxmlformats-officedocument.presentationml.slide+xml" PartName="/ppt/slides/slide31.xml"/>
  <Override ContentType="application/vnd.openxmlformats-officedocument.presentationml.slide+xml" PartName="/ppt/slides/slide127.xml"/>
  <Override ContentType="application/vnd.openxmlformats-officedocument.presentationml.slide+xml" PartName="/ppt/slides/slide146.xml"/>
  <Override ContentType="application/vnd.openxmlformats-officedocument.presentationml.slide+xml" PartName="/ppt/slides/slide120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39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12.xml"/>
  <Override ContentType="application/vnd.openxmlformats-officedocument.presentationml.slide+xml" PartName="/ppt/slides/slide9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122.xml"/>
  <Override ContentType="application/vnd.openxmlformats-officedocument.presentationml.slide+xml" PartName="/ppt/slides/slide130.xml"/>
  <Override ContentType="application/vnd.openxmlformats-officedocument.presentationml.slide+xml" PartName="/ppt/slides/slide147.xml"/>
  <Override ContentType="application/vnd.openxmlformats-officedocument.presentationml.slide+xml" PartName="/ppt/slides/slide16.xml"/>
  <Override ContentType="application/vnd.openxmlformats-officedocument.presentationml.slide+xml" PartName="/ppt/slides/slide104.xml"/>
  <Override ContentType="application/vnd.openxmlformats-officedocument.presentationml.slide+xml" PartName="/ppt/slides/slide24.xml"/>
  <Override ContentType="application/vnd.openxmlformats-officedocument.presentationml.slide+xml" PartName="/ppt/slides/slide97.xml"/>
  <Override ContentType="application/vnd.openxmlformats-officedocument.presentationml.slide+xml" PartName="/ppt/slides/slide140.xml"/>
  <Override ContentType="application/vnd.openxmlformats-officedocument.presentationml.slide+xml" PartName="/ppt/slides/slide11.xml"/>
  <Override ContentType="application/vnd.openxmlformats-officedocument.presentationml.slide+xml" PartName="/ppt/slides/slide137.xml"/>
  <Override ContentType="application/vnd.openxmlformats-officedocument.presentationml.slide+xml" PartName="/ppt/slides/slide110.xml"/>
  <Override ContentType="application/vnd.openxmlformats-officedocument.presentationml.slide+xml" PartName="/ppt/slides/slide6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149.xml"/>
  <Override ContentType="application/vnd.openxmlformats-officedocument.presentationml.slide+xml" PartName="/ppt/slides/slide49.xml"/>
  <Override ContentType="application/vnd.openxmlformats-officedocument.presentationml.slide+xml" PartName="/ppt/slides/slide124.xml"/>
  <Override ContentType="application/vnd.openxmlformats-officedocument.presentationml.slide+xml" PartName="/ppt/slides/slide83.xml"/>
  <Override ContentType="application/vnd.openxmlformats-officedocument.presentationml.slide+xml" PartName="/ppt/slides/slide106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119.xml"/>
  <Override ContentType="application/vnd.openxmlformats-officedocument.presentationml.slide+xml" PartName="/ppt/slides/slide40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126.xml"/>
  <Override ContentType="application/vnd.openxmlformats-officedocument.presentationml.slide+xml" PartName="/ppt/slides/slide109.xml"/>
  <Override ContentType="application/vnd.openxmlformats-officedocument.presentationml.slide+xml" PartName="/ppt/slides/slide134.xml"/>
  <Override ContentType="application/vnd.openxmlformats-officedocument.presentationml.slide+xml" PartName="/ppt/slides/slide99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47.xml"/>
  <Override ContentType="application/vnd.openxmlformats-officedocument.presentationml.slide+xml" PartName="/ppt/slides/slide21.xml"/>
  <Override ContentType="application/vnd.openxmlformats-officedocument.presentationml.slide+xml" PartName="/ppt/slides/slide100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143.xml"/>
  <Override ContentType="application/vnd.openxmlformats-officedocument.presentationml.slide+xml" PartName="/ppt/slides/slide117.xml"/>
  <Override ContentType="application/vnd.openxmlformats-officedocument.presentationml.slide+xml" PartName="/ppt/slides/slide145.xml"/>
  <Override ContentType="application/vnd.openxmlformats-officedocument.presentationml.slide+xml" PartName="/ppt/slides/slide132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88.xml"/>
  <Override ContentType="application/vnd.openxmlformats-officedocument.presentationml.slide+xml" PartName="/ppt/slides/slide128.xml"/>
  <Override ContentType="application/vnd.openxmlformats-officedocument.presentationml.slide+xml" PartName="/ppt/slides/slide92.xml"/>
  <Override ContentType="application/vnd.openxmlformats-officedocument.presentationml.slide+xml" PartName="/ppt/slides/slide115.xml"/>
  <Override ContentType="application/vnd.openxmlformats-officedocument.presentationml.slide+xml" PartName="/ppt/slides/slide10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  <p:sldId id="346" r:id="rId96"/>
    <p:sldId id="347" r:id="rId97"/>
    <p:sldId id="348" r:id="rId98"/>
    <p:sldId id="349" r:id="rId99"/>
    <p:sldId id="350" r:id="rId100"/>
    <p:sldId id="351" r:id="rId101"/>
    <p:sldId id="352" r:id="rId102"/>
    <p:sldId id="353" r:id="rId103"/>
    <p:sldId id="354" r:id="rId104"/>
    <p:sldId id="355" r:id="rId105"/>
    <p:sldId id="356" r:id="rId106"/>
    <p:sldId id="357" r:id="rId107"/>
    <p:sldId id="358" r:id="rId108"/>
    <p:sldId id="359" r:id="rId109"/>
    <p:sldId id="360" r:id="rId110"/>
    <p:sldId id="361" r:id="rId111"/>
    <p:sldId id="362" r:id="rId112"/>
    <p:sldId id="363" r:id="rId113"/>
    <p:sldId id="364" r:id="rId114"/>
    <p:sldId id="365" r:id="rId115"/>
    <p:sldId id="366" r:id="rId116"/>
    <p:sldId id="367" r:id="rId117"/>
    <p:sldId id="368" r:id="rId118"/>
    <p:sldId id="369" r:id="rId119"/>
    <p:sldId id="370" r:id="rId120"/>
    <p:sldId id="371" r:id="rId121"/>
    <p:sldId id="372" r:id="rId122"/>
    <p:sldId id="373" r:id="rId123"/>
    <p:sldId id="374" r:id="rId124"/>
    <p:sldId id="375" r:id="rId125"/>
    <p:sldId id="376" r:id="rId126"/>
    <p:sldId id="377" r:id="rId127"/>
    <p:sldId id="378" r:id="rId128"/>
    <p:sldId id="379" r:id="rId129"/>
    <p:sldId id="380" r:id="rId130"/>
    <p:sldId id="381" r:id="rId131"/>
    <p:sldId id="382" r:id="rId132"/>
    <p:sldId id="383" r:id="rId133"/>
    <p:sldId id="384" r:id="rId134"/>
    <p:sldId id="385" r:id="rId135"/>
    <p:sldId id="386" r:id="rId136"/>
    <p:sldId id="387" r:id="rId137"/>
    <p:sldId id="388" r:id="rId138"/>
    <p:sldId id="389" r:id="rId139"/>
    <p:sldId id="390" r:id="rId140"/>
    <p:sldId id="391" r:id="rId141"/>
    <p:sldId id="392" r:id="rId142"/>
    <p:sldId id="393" r:id="rId143"/>
    <p:sldId id="394" r:id="rId144"/>
    <p:sldId id="395" r:id="rId145"/>
    <p:sldId id="396" r:id="rId146"/>
    <p:sldId id="397" r:id="rId147"/>
    <p:sldId id="398" r:id="rId148"/>
    <p:sldId id="399" r:id="rId149"/>
    <p:sldId id="400" r:id="rId150"/>
    <p:sldId id="401" r:id="rId151"/>
    <p:sldId id="402" r:id="rId152"/>
    <p:sldId id="403" r:id="rId153"/>
    <p:sldId id="404" r:id="rId15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  <p15:guide id="3" pos="288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  <p:guide pos="28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07" Type="http://schemas.openxmlformats.org/officeDocument/2006/relationships/slide" Target="slides/slide102.xml"/><Relationship Id="rId106" Type="http://schemas.openxmlformats.org/officeDocument/2006/relationships/slide" Target="slides/slide101.xml"/><Relationship Id="rId105" Type="http://schemas.openxmlformats.org/officeDocument/2006/relationships/slide" Target="slides/slide100.xml"/><Relationship Id="rId104" Type="http://schemas.openxmlformats.org/officeDocument/2006/relationships/slide" Target="slides/slide99.xml"/><Relationship Id="rId109" Type="http://schemas.openxmlformats.org/officeDocument/2006/relationships/slide" Target="slides/slide104.xml"/><Relationship Id="rId108" Type="http://schemas.openxmlformats.org/officeDocument/2006/relationships/slide" Target="slides/slide103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103" Type="http://schemas.openxmlformats.org/officeDocument/2006/relationships/slide" Target="slides/slide98.xml"/><Relationship Id="rId102" Type="http://schemas.openxmlformats.org/officeDocument/2006/relationships/slide" Target="slides/slide97.xml"/><Relationship Id="rId101" Type="http://schemas.openxmlformats.org/officeDocument/2006/relationships/slide" Target="slides/slide96.xml"/><Relationship Id="rId100" Type="http://schemas.openxmlformats.org/officeDocument/2006/relationships/slide" Target="slides/slide95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29" Type="http://schemas.openxmlformats.org/officeDocument/2006/relationships/slide" Target="slides/slide124.xml"/><Relationship Id="rId128" Type="http://schemas.openxmlformats.org/officeDocument/2006/relationships/slide" Target="slides/slide123.xml"/><Relationship Id="rId127" Type="http://schemas.openxmlformats.org/officeDocument/2006/relationships/slide" Target="slides/slide122.xml"/><Relationship Id="rId126" Type="http://schemas.openxmlformats.org/officeDocument/2006/relationships/slide" Target="slides/slide121.xml"/><Relationship Id="rId26" Type="http://schemas.openxmlformats.org/officeDocument/2006/relationships/slide" Target="slides/slide21.xml"/><Relationship Id="rId121" Type="http://schemas.openxmlformats.org/officeDocument/2006/relationships/slide" Target="slides/slide116.xml"/><Relationship Id="rId25" Type="http://schemas.openxmlformats.org/officeDocument/2006/relationships/slide" Target="slides/slide20.xml"/><Relationship Id="rId120" Type="http://schemas.openxmlformats.org/officeDocument/2006/relationships/slide" Target="slides/slide115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125" Type="http://schemas.openxmlformats.org/officeDocument/2006/relationships/slide" Target="slides/slide120.xml"/><Relationship Id="rId29" Type="http://schemas.openxmlformats.org/officeDocument/2006/relationships/slide" Target="slides/slide24.xml"/><Relationship Id="rId124" Type="http://schemas.openxmlformats.org/officeDocument/2006/relationships/slide" Target="slides/slide119.xml"/><Relationship Id="rId123" Type="http://schemas.openxmlformats.org/officeDocument/2006/relationships/slide" Target="slides/slide118.xml"/><Relationship Id="rId122" Type="http://schemas.openxmlformats.org/officeDocument/2006/relationships/slide" Target="slides/slide117.xml"/><Relationship Id="rId95" Type="http://schemas.openxmlformats.org/officeDocument/2006/relationships/slide" Target="slides/slide90.xml"/><Relationship Id="rId94" Type="http://schemas.openxmlformats.org/officeDocument/2006/relationships/slide" Target="slides/slide89.xml"/><Relationship Id="rId97" Type="http://schemas.openxmlformats.org/officeDocument/2006/relationships/slide" Target="slides/slide92.xml"/><Relationship Id="rId96" Type="http://schemas.openxmlformats.org/officeDocument/2006/relationships/slide" Target="slides/slide91.xml"/><Relationship Id="rId11" Type="http://schemas.openxmlformats.org/officeDocument/2006/relationships/slide" Target="slides/slide6.xml"/><Relationship Id="rId99" Type="http://schemas.openxmlformats.org/officeDocument/2006/relationships/slide" Target="slides/slide94.xml"/><Relationship Id="rId10" Type="http://schemas.openxmlformats.org/officeDocument/2006/relationships/slide" Target="slides/slide5.xml"/><Relationship Id="rId98" Type="http://schemas.openxmlformats.org/officeDocument/2006/relationships/slide" Target="slides/slide93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91" Type="http://schemas.openxmlformats.org/officeDocument/2006/relationships/slide" Target="slides/slide86.xml"/><Relationship Id="rId90" Type="http://schemas.openxmlformats.org/officeDocument/2006/relationships/slide" Target="slides/slide85.xml"/><Relationship Id="rId93" Type="http://schemas.openxmlformats.org/officeDocument/2006/relationships/slide" Target="slides/slide88.xml"/><Relationship Id="rId92" Type="http://schemas.openxmlformats.org/officeDocument/2006/relationships/slide" Target="slides/slide87.xml"/><Relationship Id="rId118" Type="http://schemas.openxmlformats.org/officeDocument/2006/relationships/slide" Target="slides/slide113.xml"/><Relationship Id="rId117" Type="http://schemas.openxmlformats.org/officeDocument/2006/relationships/slide" Target="slides/slide112.xml"/><Relationship Id="rId116" Type="http://schemas.openxmlformats.org/officeDocument/2006/relationships/slide" Target="slides/slide111.xml"/><Relationship Id="rId115" Type="http://schemas.openxmlformats.org/officeDocument/2006/relationships/slide" Target="slides/slide110.xml"/><Relationship Id="rId119" Type="http://schemas.openxmlformats.org/officeDocument/2006/relationships/slide" Target="slides/slide114.xml"/><Relationship Id="rId15" Type="http://schemas.openxmlformats.org/officeDocument/2006/relationships/slide" Target="slides/slide10.xml"/><Relationship Id="rId110" Type="http://schemas.openxmlformats.org/officeDocument/2006/relationships/slide" Target="slides/slide105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14" Type="http://schemas.openxmlformats.org/officeDocument/2006/relationships/slide" Target="slides/slide109.xml"/><Relationship Id="rId18" Type="http://schemas.openxmlformats.org/officeDocument/2006/relationships/slide" Target="slides/slide13.xml"/><Relationship Id="rId113" Type="http://schemas.openxmlformats.org/officeDocument/2006/relationships/slide" Target="slides/slide108.xml"/><Relationship Id="rId112" Type="http://schemas.openxmlformats.org/officeDocument/2006/relationships/slide" Target="slides/slide107.xml"/><Relationship Id="rId111" Type="http://schemas.openxmlformats.org/officeDocument/2006/relationships/slide" Target="slides/slide106.xml"/><Relationship Id="rId84" Type="http://schemas.openxmlformats.org/officeDocument/2006/relationships/slide" Target="slides/slide79.xml"/><Relationship Id="rId83" Type="http://schemas.openxmlformats.org/officeDocument/2006/relationships/slide" Target="slides/slide78.xml"/><Relationship Id="rId86" Type="http://schemas.openxmlformats.org/officeDocument/2006/relationships/slide" Target="slides/slide81.xml"/><Relationship Id="rId85" Type="http://schemas.openxmlformats.org/officeDocument/2006/relationships/slide" Target="slides/slide80.xml"/><Relationship Id="rId88" Type="http://schemas.openxmlformats.org/officeDocument/2006/relationships/slide" Target="slides/slide83.xml"/><Relationship Id="rId150" Type="http://schemas.openxmlformats.org/officeDocument/2006/relationships/slide" Target="slides/slide145.xml"/><Relationship Id="rId87" Type="http://schemas.openxmlformats.org/officeDocument/2006/relationships/slide" Target="slides/slide82.xml"/><Relationship Id="rId89" Type="http://schemas.openxmlformats.org/officeDocument/2006/relationships/slide" Target="slides/slide84.xml"/><Relationship Id="rId80" Type="http://schemas.openxmlformats.org/officeDocument/2006/relationships/slide" Target="slides/slide75.xml"/><Relationship Id="rId82" Type="http://schemas.openxmlformats.org/officeDocument/2006/relationships/slide" Target="slides/slide77.xml"/><Relationship Id="rId81" Type="http://schemas.openxmlformats.org/officeDocument/2006/relationships/slide" Target="slides/slide7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149" Type="http://schemas.openxmlformats.org/officeDocument/2006/relationships/slide" Target="slides/slide144.xml"/><Relationship Id="rId4" Type="http://schemas.openxmlformats.org/officeDocument/2006/relationships/slideMaster" Target="slideMasters/slideMaster1.xml"/><Relationship Id="rId148" Type="http://schemas.openxmlformats.org/officeDocument/2006/relationships/slide" Target="slides/slide143.xml"/><Relationship Id="rId9" Type="http://schemas.openxmlformats.org/officeDocument/2006/relationships/slide" Target="slides/slide4.xml"/><Relationship Id="rId143" Type="http://schemas.openxmlformats.org/officeDocument/2006/relationships/slide" Target="slides/slide138.xml"/><Relationship Id="rId142" Type="http://schemas.openxmlformats.org/officeDocument/2006/relationships/slide" Target="slides/slide137.xml"/><Relationship Id="rId141" Type="http://schemas.openxmlformats.org/officeDocument/2006/relationships/slide" Target="slides/slide136.xml"/><Relationship Id="rId140" Type="http://schemas.openxmlformats.org/officeDocument/2006/relationships/slide" Target="slides/slide135.xml"/><Relationship Id="rId5" Type="http://schemas.openxmlformats.org/officeDocument/2006/relationships/notesMaster" Target="notesMasters/notesMaster1.xml"/><Relationship Id="rId147" Type="http://schemas.openxmlformats.org/officeDocument/2006/relationships/slide" Target="slides/slide142.xml"/><Relationship Id="rId6" Type="http://schemas.openxmlformats.org/officeDocument/2006/relationships/slide" Target="slides/slide1.xml"/><Relationship Id="rId146" Type="http://schemas.openxmlformats.org/officeDocument/2006/relationships/slide" Target="slides/slide141.xml"/><Relationship Id="rId7" Type="http://schemas.openxmlformats.org/officeDocument/2006/relationships/slide" Target="slides/slide2.xml"/><Relationship Id="rId145" Type="http://schemas.openxmlformats.org/officeDocument/2006/relationships/slide" Target="slides/slide140.xml"/><Relationship Id="rId8" Type="http://schemas.openxmlformats.org/officeDocument/2006/relationships/slide" Target="slides/slide3.xml"/><Relationship Id="rId144" Type="http://schemas.openxmlformats.org/officeDocument/2006/relationships/slide" Target="slides/slide139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75" Type="http://schemas.openxmlformats.org/officeDocument/2006/relationships/slide" Target="slides/slide70.xml"/><Relationship Id="rId74" Type="http://schemas.openxmlformats.org/officeDocument/2006/relationships/slide" Target="slides/slide69.xml"/><Relationship Id="rId77" Type="http://schemas.openxmlformats.org/officeDocument/2006/relationships/slide" Target="slides/slide72.xml"/><Relationship Id="rId76" Type="http://schemas.openxmlformats.org/officeDocument/2006/relationships/slide" Target="slides/slide71.xml"/><Relationship Id="rId79" Type="http://schemas.openxmlformats.org/officeDocument/2006/relationships/slide" Target="slides/slide74.xml"/><Relationship Id="rId78" Type="http://schemas.openxmlformats.org/officeDocument/2006/relationships/slide" Target="slides/slide73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139" Type="http://schemas.openxmlformats.org/officeDocument/2006/relationships/slide" Target="slides/slide134.xml"/><Relationship Id="rId138" Type="http://schemas.openxmlformats.org/officeDocument/2006/relationships/slide" Target="slides/slide133.xml"/><Relationship Id="rId137" Type="http://schemas.openxmlformats.org/officeDocument/2006/relationships/slide" Target="slides/slide132.xml"/><Relationship Id="rId132" Type="http://schemas.openxmlformats.org/officeDocument/2006/relationships/slide" Target="slides/slide127.xml"/><Relationship Id="rId131" Type="http://schemas.openxmlformats.org/officeDocument/2006/relationships/slide" Target="slides/slide126.xml"/><Relationship Id="rId130" Type="http://schemas.openxmlformats.org/officeDocument/2006/relationships/slide" Target="slides/slide125.xml"/><Relationship Id="rId136" Type="http://schemas.openxmlformats.org/officeDocument/2006/relationships/slide" Target="slides/slide131.xml"/><Relationship Id="rId135" Type="http://schemas.openxmlformats.org/officeDocument/2006/relationships/slide" Target="slides/slide130.xml"/><Relationship Id="rId134" Type="http://schemas.openxmlformats.org/officeDocument/2006/relationships/slide" Target="slides/slide129.xml"/><Relationship Id="rId133" Type="http://schemas.openxmlformats.org/officeDocument/2006/relationships/slide" Target="slides/slide128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66" Type="http://schemas.openxmlformats.org/officeDocument/2006/relationships/slide" Target="slides/slide61.xml"/><Relationship Id="rId65" Type="http://schemas.openxmlformats.org/officeDocument/2006/relationships/slide" Target="slides/slide60.xml"/><Relationship Id="rId68" Type="http://schemas.openxmlformats.org/officeDocument/2006/relationships/slide" Target="slides/slide63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69" Type="http://schemas.openxmlformats.org/officeDocument/2006/relationships/slide" Target="slides/slide6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55" Type="http://schemas.openxmlformats.org/officeDocument/2006/relationships/slide" Target="slides/slide50.xml"/><Relationship Id="rId54" Type="http://schemas.openxmlformats.org/officeDocument/2006/relationships/slide" Target="slides/slide49.xml"/><Relationship Id="rId57" Type="http://schemas.openxmlformats.org/officeDocument/2006/relationships/slide" Target="slides/slide52.xml"/><Relationship Id="rId56" Type="http://schemas.openxmlformats.org/officeDocument/2006/relationships/slide" Target="slides/slide51.xml"/><Relationship Id="rId59" Type="http://schemas.openxmlformats.org/officeDocument/2006/relationships/slide" Target="slides/slide54.xml"/><Relationship Id="rId154" Type="http://schemas.openxmlformats.org/officeDocument/2006/relationships/slide" Target="slides/slide149.xml"/><Relationship Id="rId58" Type="http://schemas.openxmlformats.org/officeDocument/2006/relationships/slide" Target="slides/slide53.xml"/><Relationship Id="rId153" Type="http://schemas.openxmlformats.org/officeDocument/2006/relationships/slide" Target="slides/slide148.xml"/><Relationship Id="rId152" Type="http://schemas.openxmlformats.org/officeDocument/2006/relationships/slide" Target="slides/slide147.xml"/><Relationship Id="rId151" Type="http://schemas.openxmlformats.org/officeDocument/2006/relationships/slide" Target="slides/slide146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owasp.org/Top10/A03_2021-Injection/" TargetMode="Externa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w3.org/International/questions/qa-escapes#use" TargetMode="Externa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w3.org/International/questions/qa-escapes#use" TargetMode="Externa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developer.mozilla.org/en-US/docs/Web/HTTP/Headers/Content-Security-Policy/script-src" TargetMode="Externa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developer.mozilla.org/en-US/docs/Web/HTTP/Headers/Content-Security-Policy/style-src" TargetMode="Externa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cve.mitre.org/" TargetMode="External"/></Relationships>
</file>

<file path=ppt/notesSlides/_rels/notesSlide1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51169daab4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51169daab4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5185d18783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5185d18783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25185d18783_2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25185d18783_2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Alright, this is CS50's introduction to cybersecurity, my name is David Malan and this week let's focus on securing software, whether software you use as a user or software you write as a programmer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54800a29dc_0_10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54800a29dc_0_10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54800a29dc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254800a29dc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recall lecture0…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54800a29dc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254800a29dc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54800a29dc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254800a29dc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254800a29dc_0_1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254800a29dc_0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54800a29dc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254800a29dc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54800a29dc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54800a29dc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54800a29dc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254800a29dc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254800a29dc_0_14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254800a29dc_0_14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54800a29dc_0_14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254800a29dc_0_14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254800a29dc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254800a29dc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254800a29dc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254800a29dc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254800a29dc_0_14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254800a29dc_0_14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254800a29dc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254800a29dc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54800a29dc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54800a29dc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254800a29dc_0_14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254800a29dc_0_14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54800a29dc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254800a29dc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254800a29dc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254800a29dc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54800a29dc_0_14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54800a29dc_0_14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254800a29dc_0_12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254800a29dc_0_1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https://owasp.org/Top10/A03_2021-Injection/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54800a29dc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54800a29dc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254800a29dc_0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254800a29dc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254800a29dc_0_1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254800a29dc_0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254800a29dc_0_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254800a29dc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254800a29dc_0_2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254800a29dc_0_2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254800a29dc_0_2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254800a29dc_0_2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254800a29dc_0_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254800a29dc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54800a29dc_0_2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254800a29dc_0_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254800a29dc_0_3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254800a29dc_0_3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254800a29dc_0_3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254800a29dc_0_3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254800a29dc_0_3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254800a29dc_0_3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254800a29dc_0_3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254800a29dc_0_3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254800a29dc_0_2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254800a29dc_0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254800a29dc_0_4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254800a29dc_0_4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54800a29dc_0_2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254800a29dc_0_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255383a765f_18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255383a765f_1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255383a765f_18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255383a765f_18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254800a29dc_0_2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254800a29dc_0_2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254800a29dc_0_2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254800a29dc_0_2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254800a29dc_0_2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254800a29dc_0_2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254800a29dc_0_2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254800a29dc_0_2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254800a29dc_0_2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254800a29dc_0_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254800a29dc_0_2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254800a29dc_0_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254800a29dc_0_2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254800a29dc_0_2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254800a29dc_0_3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254800a29dc_0_3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254800a29dc_0_4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254800a29dc_0_4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254800a29dc_0_4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254800a29dc_0_4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254800a29dc_0_15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254800a29dc_0_15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254800a29dc_0_15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254800a29dc_0_15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254800a29dc_0_4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254800a29dc_0_4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254800a29dc_0_4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254800a29dc_0_4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254800a29dc_0_4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254800a29dc_0_4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https://www.w3.org/International/questions/qa-escapes#use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254800a29dc_0_4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254800a29dc_0_4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https://www.w3.org/International/questions/qa-escapes#use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254800a29dc_0_4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254800a29dc_0_4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254800a29dc_0_3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254800a29dc_0_3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https://developer.mozilla.org/en-US/docs/Web/HTTP/Headers/Content-Security-Policy/script-src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254800a29dc_0_4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254800a29dc_0_4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254800a29dc_0_3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254800a29dc_0_3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https://developer.mozilla.org/en-US/docs/Web/HTTP/Headers/Content-Security-Policy/style-src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254800a29dc_0_4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" name="Google Shape;354;g254800a29dc_0_4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254800a29dc_0_12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254800a29dc_0_12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254800a29dc_0_12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254800a29dc_0_1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254800a29dc_0_12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254800a29dc_0_12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254800a29dc_0_12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254800a29dc_0_12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254800a29dc_0_12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254800a29dc_0_12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254800a29dc_0_13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254800a29dc_0_13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254800a29dc_0_13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9" name="Google Shape;389;g254800a29dc_0_13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254800a29dc_0_13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254800a29dc_0_13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254800a29dc_0_13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254800a29dc_0_13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254800a29dc_0_13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254800a29dc_0_13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254800a29dc_0_13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" name="Google Shape;409;g254800a29dc_0_13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254800a29dc_0_13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g254800a29dc_0_13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254800a29dc_0_13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" name="Google Shape;419;g254800a29dc_0_13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254800a29dc_0_13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4" name="Google Shape;424;g254800a29dc_0_13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254800a29dc_0_13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g254800a29dc_0_13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254800a29dc_0_13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4" name="Google Shape;434;g254800a29dc_0_13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254800a29dc_0_13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9" name="Google Shape;439;g254800a29dc_0_13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254800a29dc_0_14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4" name="Google Shape;444;g254800a29dc_0_14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254800a29dc_0_14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9" name="Google Shape;449;g254800a29dc_0_14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254800a29dc_0_13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4" name="Google Shape;454;g254800a29dc_0_13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254800a29dc_0_13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254800a29dc_0_13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254800a29dc_0_14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254800a29dc_0_14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254800a29dc_0_14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254800a29dc_0_14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254800a29dc_0_14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4" name="Google Shape;474;g254800a29dc_0_14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254800a29dc_0_14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9" name="Google Shape;479;g254800a29dc_0_14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254800a29dc_0_12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4" name="Google Shape;484;g254800a29dc_0_12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254800a29dc_0_12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9" name="Google Shape;489;g254800a29dc_0_12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254800a29dc_0_12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4" name="Google Shape;494;g254800a29dc_0_12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254800a29dc_0_4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g254800a29dc_0_4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254800a29dc_0_5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4" name="Google Shape;504;g254800a29dc_0_5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254800a29dc_0_5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9" name="Google Shape;509;g254800a29dc_0_5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254800a29dc_0_5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4" name="Google Shape;514;g254800a29dc_0_5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254800a29dc_0_5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254800a29dc_0_5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254800a29dc_0_5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4" name="Google Shape;524;g254800a29dc_0_5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254800a29dc_0_5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9" name="Google Shape;529;g254800a29dc_0_5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254800a29dc_0_4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4" name="Google Shape;534;g254800a29dc_0_4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254800a29dc_0_5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254800a29dc_0_5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254800a29dc_0_5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4" name="Google Shape;544;g254800a29dc_0_5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254800a29dc_0_5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9" name="Google Shape;549;g254800a29dc_0_5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254800a29dc_0_5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4" name="Google Shape;554;g254800a29dc_0_5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g254800a29dc_0_5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9" name="Google Shape;559;g254800a29dc_0_5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g254800a29dc_0_5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4" name="Google Shape;564;g254800a29dc_0_5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g254800a29dc_0_5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9" name="Google Shape;569;g254800a29dc_0_5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254800a29dc_0_5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4" name="Google Shape;574;g254800a29dc_0_5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g254800a29dc_0_5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9" name="Google Shape;579;g254800a29dc_0_5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g254800a29dc_0_5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4" name="Google Shape;584;g254800a29dc_0_5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g254800a29dc_0_5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9" name="Google Shape;589;g254800a29dc_0_5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g254800a29dc_0_6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4" name="Google Shape;594;g254800a29dc_0_6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g254800a29dc_0_6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9" name="Google Shape;599;g254800a29dc_0_6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g254800a29dc_0_6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4" name="Google Shape;604;g254800a29dc_0_6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g254800a29dc_0_6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9" name="Google Shape;609;g254800a29dc_0_6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g254800a29dc_0_6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4" name="Google Shape;614;g254800a29dc_0_6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g254800a29dc_0_12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9" name="Google Shape;619;g254800a29dc_0_1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g254800a29dc_0_14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4" name="Google Shape;624;g254800a29dc_0_14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g254800a29dc_0_6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9" name="Google Shape;629;g254800a29dc_0_6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g254800a29dc_0_6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4" name="Google Shape;634;g254800a29dc_0_6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g254800a29dc_0_6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9" name="Google Shape;639;g254800a29dc_0_6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254800a29dc_0_6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4" name="Google Shape;644;g254800a29dc_0_6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g254800a29dc_0_8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5" name="Google Shape;655;g254800a29dc_0_8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g254800a29dc_0_9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5" name="Google Shape;665;g254800a29dc_0_9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g254800a29dc_0_9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6" name="Google Shape;676;g254800a29dc_0_9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g254800a29dc_0_9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7" name="Google Shape;687;g254800a29dc_0_9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g254800a29dc_0_9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8" name="Google Shape;698;g254800a29dc_0_9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g254800a29dc_0_8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9" name="Google Shape;709;g254800a29dc_0_8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g254800a29dc_0_9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0" name="Google Shape;720;g254800a29dc_0_9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g254800a29dc_0_9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1" name="Google Shape;731;g254800a29dc_0_9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g254800a29dc_0_10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2" name="Google Shape;742;g254800a29dc_0_10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g254800a29dc_0_10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3" name="Google Shape;753;g254800a29dc_0_10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254800a29dc_0_10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254800a29dc_0_10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g254800a29dc_0_6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5" name="Google Shape;775;g254800a29dc_0_6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g254800a29dc_0_1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0" name="Google Shape;780;g254800a29dc_0_1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g254800a29dc_0_10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1" name="Google Shape;791;g254800a29dc_0_10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g254800a29dc_0_10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6" name="Google Shape;796;g254800a29dc_0_10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g254800a29dc_0_10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1" name="Google Shape;801;g254800a29dc_0_10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reverse engineering isn't all bad…</a:t>
            </a:r>
            <a:endParaRPr/>
          </a:p>
        </p:txBody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g254800a29dc_0_1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6" name="Google Shape;806;g254800a29dc_0_1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g254800a29dc_0_1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1" name="Google Shape;811;g254800a29dc_0_1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g254800a29dc_0_1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6" name="Google Shape;816;g254800a29dc_0_1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9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g254800a29dc_0_1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1" name="Google Shape;821;g254800a29dc_0_1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g254800a29dc_0_1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8" name="Google Shape;828;g254800a29dc_0_1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g254800a29dc_0_11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6" name="Google Shape;836;g254800a29dc_0_1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g254800a29dc_0_12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1" name="Google Shape;841;g254800a29dc_0_1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root account, whole filesystem; macos prompts to access dirs</a:t>
            </a:r>
            <a:endParaRPr/>
          </a:p>
        </p:txBody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g254800a29dc_0_1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6" name="Google Shape;846;g254800a29dc_0_1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g254800a29dc_0_12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1" name="Google Shape;851;g254800a29dc_0_1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"</a:t>
            </a:r>
            <a:r>
              <a:rPr lang="en"/>
              <a:t>The mission of the CVE® Program is to identify, define, and catalog publicly disclosed cybersecurity vulnerabilities."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https://cve.mitre.org/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4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g254800a29dc_0_12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6" name="Google Shape;856;g254800a29dc_0_1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g254800a29dc_0_12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1" name="Google Shape;861;g254800a29dc_0_1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4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g254800a29dc_0_12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6" name="Google Shape;866;g254800a29dc_0_12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9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g254800a29dc_0_12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1" name="Google Shape;871;g254800a29dc_0_12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4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g251169daab4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6" name="Google Shape;876;g251169daab4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rgbClr val="000000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7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7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9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9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7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1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4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10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1.xml"/></Relationships>
</file>

<file path=ppt/slides/_rels/slide1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2.xml"/></Relationships>
</file>

<file path=ppt/slides/_rels/slide1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3.xml"/></Relationships>
</file>

<file path=ppt/slides/_rels/slide1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4.xml"/></Relationships>
</file>

<file path=ppt/slides/_rels/slide1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5.xml"/></Relationships>
</file>

<file path=ppt/slides/_rels/slide1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6.xml"/></Relationships>
</file>

<file path=ppt/slides/_rels/slide1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7.xml"/></Relationships>
</file>

<file path=ppt/slides/_rels/slide1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8.xml"/></Relationships>
</file>

<file path=ppt/slides/_rels/slide1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9.xml"/></Relationships>
</file>

<file path=ppt/slides/_rels/slide1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0.xml"/></Relationships>
</file>

<file path=ppt/slides/_rels/slide1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1.xml"/></Relationships>
</file>

<file path=ppt/slides/_rels/slide1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2.xml"/></Relationships>
</file>

<file path=ppt/slides/_rels/slide1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3.xml"/></Relationships>
</file>

<file path=ppt/slides/_rels/slide1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4.xml"/></Relationships>
</file>

<file path=ppt/slides/_rels/slide1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5.xml"/></Relationships>
</file>

<file path=ppt/slides/_rels/slide1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6.xml"/></Relationships>
</file>

<file path=ppt/slides/_rels/slide1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7.xml"/></Relationships>
</file>

<file path=ppt/slides/_rels/slide1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8.xml"/></Relationships>
</file>

<file path=ppt/slides/_rels/slide1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9.xml"/></Relationships>
</file>

<file path=ppt/slides/_rels/slide1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0.xml"/></Relationships>
</file>

<file path=ppt/slides/_rels/slide1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1.xml"/></Relationships>
</file>

<file path=ppt/slides/_rels/slide1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2.xml"/></Relationships>
</file>

<file path=ppt/slides/_rels/slide1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3.xml"/></Relationships>
</file>

<file path=ppt/slides/_rels/slide1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4.xml"/></Relationships>
</file>

<file path=ppt/slides/_rels/slide1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5.xml"/></Relationships>
</file>

<file path=ppt/slides/_rels/slide1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6.xml"/></Relationships>
</file>

<file path=ppt/slides/_rels/slide1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7.xml"/></Relationships>
</file>

<file path=ppt/slides/_rels/slide1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8.xml"/></Relationships>
</file>

<file path=ppt/slides/_rels/slide1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9.xml"/></Relationships>
</file>

<file path=ppt/slides/_rels/slide1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0.xml"/></Relationships>
</file>

<file path=ppt/slides/_rels/slide1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1.xml"/></Relationships>
</file>

<file path=ppt/slides/_rels/slide1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2.xml"/></Relationships>
</file>

<file path=ppt/slides/_rels/slide1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3.xml"/></Relationships>
</file>

<file path=ppt/slides/_rels/slide1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4.xml"/></Relationships>
</file>

<file path=ppt/slides/_rels/slide1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5.xml"/></Relationships>
</file>

<file path=ppt/slides/_rels/slide1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6.xml"/></Relationships>
</file>

<file path=ppt/slides/_rels/slide1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7.xml"/></Relationships>
</file>

<file path=ppt/slides/_rels/slide1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8.xml"/></Relationships>
</file>

<file path=ppt/slides/_rels/slide1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Introduction to</a:t>
            </a:r>
            <a:endParaRPr sz="2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Cybersecurity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David J. Malan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malan@harvard.edu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Souvenir Photo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Introduction to</a:t>
            </a:r>
            <a:endParaRPr sz="2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Cybersecurity</a:t>
            </a:r>
            <a:endParaRPr/>
          </a:p>
        </p:txBody>
      </p:sp>
      <p:sp>
        <p:nvSpPr>
          <p:cNvPr id="66" name="Google Shape;66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David J. Malan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malan@harvard.edu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Securing Software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Phishing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8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Consolas"/>
                <a:ea typeface="Consolas"/>
                <a:cs typeface="Consolas"/>
                <a:sym typeface="Consolas"/>
              </a:rPr>
              <a:t>&lt;!DOCTYPE html&gt;</a:t>
            </a:r>
            <a:endParaRPr sz="3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Consolas"/>
                <a:ea typeface="Consolas"/>
                <a:cs typeface="Consolas"/>
                <a:sym typeface="Consolas"/>
              </a:rPr>
              <a:t>&lt;html&gt;</a:t>
            </a:r>
            <a:endParaRPr sz="3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Consolas"/>
                <a:ea typeface="Consolas"/>
                <a:cs typeface="Consolas"/>
                <a:sym typeface="Consolas"/>
              </a:rPr>
              <a:t>  …</a:t>
            </a:r>
            <a:endParaRPr sz="3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Consolas"/>
                <a:ea typeface="Consolas"/>
                <a:cs typeface="Consolas"/>
                <a:sym typeface="Consolas"/>
              </a:rPr>
              <a:t>  &lt;body&gt;</a:t>
            </a:r>
            <a:endParaRPr sz="3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Consolas"/>
                <a:ea typeface="Consolas"/>
                <a:cs typeface="Consolas"/>
                <a:sym typeface="Consolas"/>
              </a:rPr>
              <a:t>     …</a:t>
            </a:r>
            <a:endParaRPr sz="3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Consolas"/>
                <a:ea typeface="Consolas"/>
                <a:cs typeface="Consolas"/>
                <a:sym typeface="Consolas"/>
              </a:rPr>
              <a:t>  &lt;/body&gt;</a:t>
            </a:r>
            <a:endParaRPr sz="3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Consolas"/>
                <a:ea typeface="Consolas"/>
                <a:cs typeface="Consolas"/>
                <a:sym typeface="Consolas"/>
              </a:rPr>
              <a:t>&lt;/html&gt;</a:t>
            </a:r>
            <a:endParaRPr sz="3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Consolas"/>
                <a:ea typeface="Consolas"/>
                <a:cs typeface="Consolas"/>
                <a:sym typeface="Consolas"/>
              </a:rPr>
              <a:t>&lt;p&gt;</a:t>
            </a:r>
            <a:r>
              <a:rPr lang="en" sz="3000">
                <a:latin typeface="Consolas"/>
                <a:ea typeface="Consolas"/>
                <a:cs typeface="Consolas"/>
                <a:sym typeface="Consolas"/>
              </a:rPr>
              <a:t>...</a:t>
            </a:r>
            <a:r>
              <a:rPr lang="en" sz="3000">
                <a:latin typeface="Consolas"/>
                <a:ea typeface="Consolas"/>
                <a:cs typeface="Consolas"/>
                <a:sym typeface="Consolas"/>
              </a:rPr>
              <a:t>&lt;/p&gt;</a:t>
            </a:r>
            <a:endParaRPr sz="30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0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Consolas"/>
                <a:ea typeface="Consolas"/>
                <a:cs typeface="Consolas"/>
                <a:sym typeface="Consolas"/>
              </a:rPr>
              <a:t>&lt;script&gt;...&lt;/script&gt;</a:t>
            </a:r>
            <a:endParaRPr sz="30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1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Consolas"/>
                <a:ea typeface="Consolas"/>
                <a:cs typeface="Consolas"/>
                <a:sym typeface="Consolas"/>
              </a:rPr>
              <a:t>&lt;a&gt;Harvard&lt;/a&gt;</a:t>
            </a:r>
            <a:endParaRPr sz="21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2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Consolas"/>
                <a:ea typeface="Consolas"/>
                <a:cs typeface="Consolas"/>
                <a:sym typeface="Consolas"/>
              </a:rPr>
              <a:t>&lt;a href="…"&gt;Harvard&lt;/a&gt;</a:t>
            </a:r>
            <a:endParaRPr sz="21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Consolas"/>
                <a:ea typeface="Consolas"/>
                <a:cs typeface="Consolas"/>
                <a:sym typeface="Consolas"/>
              </a:rPr>
              <a:t>&lt;a href="https://harvard.edu"&gt;Harvard&lt;/a&gt;</a:t>
            </a:r>
            <a:endParaRPr sz="21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4400" y="657850"/>
            <a:ext cx="7315199" cy="38278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4400" y="657850"/>
            <a:ext cx="7315199" cy="38278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6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Consolas"/>
                <a:ea typeface="Consolas"/>
                <a:cs typeface="Consolas"/>
                <a:sym typeface="Consolas"/>
              </a:rPr>
              <a:t>&lt;a href="https://harvard.edu"&gt;Harvard&lt;/a&gt;</a:t>
            </a:r>
            <a:endParaRPr sz="21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7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Consolas"/>
                <a:ea typeface="Consolas"/>
                <a:cs typeface="Consolas"/>
                <a:sym typeface="Consolas"/>
              </a:rPr>
              <a:t>&lt;a href="https://harvard.edu"&gt;harvard.edu&lt;/a&gt;</a:t>
            </a:r>
            <a:endParaRPr sz="21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4400" y="654063"/>
            <a:ext cx="7315200" cy="3835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9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Consolas"/>
                <a:ea typeface="Consolas"/>
                <a:cs typeface="Consolas"/>
                <a:sym typeface="Consolas"/>
              </a:rPr>
              <a:t>&lt;a href="https://harvard.edu"&gt;harvard.edu&lt;/a&gt;</a:t>
            </a:r>
            <a:endParaRPr sz="21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0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Consolas"/>
                <a:ea typeface="Consolas"/>
                <a:cs typeface="Consolas"/>
                <a:sym typeface="Consolas"/>
              </a:rPr>
              <a:t>&lt;a href="https://harvard.edu"&gt;https://harvard.edu&lt;/a&gt;</a:t>
            </a:r>
            <a:endParaRPr sz="21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4400" y="654063"/>
            <a:ext cx="7315200" cy="3835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2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Consolas"/>
                <a:ea typeface="Consolas"/>
                <a:cs typeface="Consolas"/>
                <a:sym typeface="Consolas"/>
              </a:rPr>
              <a:t>&lt;a href="https://harvard.edu"&gt;https://harvard.edu&lt;/a&gt;</a:t>
            </a:r>
            <a:endParaRPr sz="21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3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Consolas"/>
                <a:ea typeface="Consolas"/>
                <a:cs typeface="Consolas"/>
                <a:sym typeface="Consolas"/>
              </a:rPr>
              <a:t>&lt;a href="https://yale.edu"&gt;https://harvard.edu&lt;/a&gt;</a:t>
            </a:r>
            <a:endParaRPr sz="21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4400" y="654063"/>
            <a:ext cx="7315200" cy="3835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5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Code Injection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6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Cross-Site Scripting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(XSS)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4400" y="994475"/>
            <a:ext cx="7315200" cy="31545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4400" y="994475"/>
            <a:ext cx="7315200" cy="31545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8" cy="26945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40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Consolas"/>
                <a:ea typeface="Consolas"/>
                <a:cs typeface="Consolas"/>
                <a:sym typeface="Consolas"/>
              </a:rPr>
              <a:t>&lt;p&gt;</a:t>
            </a:r>
            <a:r>
              <a:rPr lang="en" sz="1900">
                <a:latin typeface="Consolas"/>
                <a:ea typeface="Consolas"/>
                <a:cs typeface="Consolas"/>
                <a:sym typeface="Consolas"/>
              </a:rPr>
              <a:t>About 6,420,000,000 cats&lt;/p&gt;</a:t>
            </a:r>
            <a:endParaRPr sz="19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8" cy="26945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8" cy="26945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8" cy="26945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44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Consolas"/>
                <a:ea typeface="Consolas"/>
                <a:cs typeface="Consolas"/>
                <a:sym typeface="Consolas"/>
              </a:rPr>
              <a:t>&lt;p&gt;About 6,420,000,000 cats&lt;/p&gt;</a:t>
            </a:r>
            <a:endParaRPr sz="19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45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Consolas"/>
                <a:ea typeface="Consolas"/>
                <a:cs typeface="Consolas"/>
                <a:sym typeface="Consolas"/>
              </a:rPr>
              <a:t>&lt;p&gt;</a:t>
            </a:r>
            <a:r>
              <a:rPr lang="en" sz="1900">
                <a:latin typeface="Consolas"/>
                <a:ea typeface="Consolas"/>
                <a:cs typeface="Consolas"/>
                <a:sym typeface="Consolas"/>
              </a:rPr>
              <a:t>About 6,420,000,000 &lt;script&gt;alert('attack')&lt;/script&gt;&lt;/p&gt;</a:t>
            </a:r>
            <a:endParaRPr sz="19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6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Consolas"/>
                <a:ea typeface="Consolas"/>
                <a:cs typeface="Consolas"/>
                <a:sym typeface="Consolas"/>
              </a:rPr>
              <a:t>&lt;p&gt;About 6,420,000,000 </a:t>
            </a:r>
            <a:r>
              <a:rPr lang="en" sz="1900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&lt;script&gt;alert('attack')&lt;/script&gt;</a:t>
            </a:r>
            <a:r>
              <a:rPr lang="en" sz="1900">
                <a:latin typeface="Consolas"/>
                <a:ea typeface="Consolas"/>
                <a:cs typeface="Consolas"/>
                <a:sym typeface="Consolas"/>
              </a:rPr>
              <a:t>&lt;/p&gt;</a:t>
            </a:r>
            <a:endParaRPr sz="19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8" cy="26945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8" cy="26945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49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Reflected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50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&lt;a href="…"&gt;…&lt;/a&gt;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" name="Google Shape;246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8" cy="26945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52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&lt;a href="…"&gt;…&lt;/a&gt;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53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&lt;a href="https://www.google.com/search?q=cats"&gt;cats&lt;/a&gt;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54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&lt;a href="</a:t>
            </a:r>
            <a:r>
              <a:rPr lang="en" sz="2000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https://www.google.com/search?q=cats</a:t>
            </a: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"&gt;cats&lt;/a&gt;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55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&lt;a href="https://www.google.com/search?q=cats"&gt;</a:t>
            </a:r>
            <a:r>
              <a:rPr lang="en" sz="2000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cats</a:t>
            </a: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&lt;/a&gt;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56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&lt;a href="https://www.google.com/search?q=%3Cscript%3Ealert%28%27attack%27%29%3C%2Fscript%3E"&gt;cats&lt;/a&gt;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57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&lt;a href="</a:t>
            </a:r>
            <a:r>
              <a:rPr lang="en" sz="2000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https://www.google.com/search?q=%3Cscript%3Ealert%28%27attack%27%29%3C%2Fscript%3E</a:t>
            </a: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"&gt;cats&lt;/a&gt;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58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&lt;a href="</a:t>
            </a: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https://www.google.com/search?q=%3Cscript%3Ealert%28%27attack%27%29%3C%2Fscript%3E</a:t>
            </a: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"&gt;</a:t>
            </a:r>
            <a:r>
              <a:rPr lang="en" sz="2000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cats</a:t>
            </a: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&lt;/a&gt;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59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&lt;script&gt;</a:t>
            </a:r>
            <a:r>
              <a:rPr lang="en" sz="2000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alert('attack')</a:t>
            </a: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&lt;/script&gt;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60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&lt;script&gt;</a:t>
            </a:r>
            <a:r>
              <a:rPr lang="en" sz="2000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alert(document.cookie)</a:t>
            </a: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&lt;/script&gt;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61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Stored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1" name="Google Shape;301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3600" y="304800"/>
            <a:ext cx="7476808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Google Shape;306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8" cy="42067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" name="Google Shape;311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95475" y="1466850"/>
            <a:ext cx="5353050" cy="220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65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Character Escapes</a:t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66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&lt;p&gt;About 6,420,000,000 </a:t>
            </a:r>
            <a:r>
              <a:rPr lang="en" sz="1600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&lt;script&gt;alert('attack')&lt;/script&gt;</a:t>
            </a: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&lt;/p&gt;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67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&lt;p&gt;About 6,420,000,000 </a:t>
            </a:r>
            <a:r>
              <a:rPr lang="en" sz="1600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&amp;lt;script&amp;gt;alert('attack')&amp;lt;/script&amp;gt;</a:t>
            </a: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&lt;/p&gt;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68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&lt;p&gt;About 6,420,000,000 </a:t>
            </a:r>
            <a:r>
              <a:rPr lang="en" sz="1600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&amp;lt;</a:t>
            </a: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script</a:t>
            </a:r>
            <a:r>
              <a:rPr lang="en" sz="1600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&amp;gt;</a:t>
            </a: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alert('attack')</a:t>
            </a:r>
            <a:r>
              <a:rPr lang="en" sz="1600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&amp;lt;</a:t>
            </a: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/script</a:t>
            </a:r>
            <a:r>
              <a:rPr lang="en" sz="1600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&amp;gt;</a:t>
            </a: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&lt;/p&gt;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69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onsolas"/>
                <a:ea typeface="Consolas"/>
                <a:cs typeface="Consolas"/>
                <a:sym typeface="Consolas"/>
              </a:rPr>
              <a:t>&amp;lt; (&lt;)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onsolas"/>
                <a:ea typeface="Consolas"/>
                <a:cs typeface="Consolas"/>
                <a:sym typeface="Consolas"/>
              </a:rPr>
              <a:t>&amp;gt; (&gt;)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onsolas"/>
                <a:ea typeface="Consolas"/>
                <a:cs typeface="Consolas"/>
                <a:sym typeface="Consolas"/>
              </a:rPr>
              <a:t>&amp;amp; (&amp;)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onsolas"/>
                <a:ea typeface="Consolas"/>
                <a:cs typeface="Consolas"/>
                <a:sym typeface="Consolas"/>
              </a:rPr>
              <a:t>&amp;quot; (")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onsolas"/>
                <a:ea typeface="Consolas"/>
                <a:cs typeface="Consolas"/>
                <a:sym typeface="Consolas"/>
              </a:rPr>
              <a:t>&amp;apos; (')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onsolas"/>
                <a:ea typeface="Consolas"/>
                <a:cs typeface="Consolas"/>
                <a:sym typeface="Consolas"/>
              </a:rPr>
              <a:t>…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70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Content-Security-Policy: script-src https://example.com/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71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Consolas"/>
                <a:ea typeface="Consolas"/>
                <a:cs typeface="Consolas"/>
                <a:sym typeface="Consolas"/>
              </a:rPr>
              <a:t>&lt;script src="…"&gt;&lt;/script&gt;</a:t>
            </a:r>
            <a:endParaRPr sz="30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72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Content-Security-Policy: style-src https://example.com/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73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Consolas"/>
                <a:ea typeface="Consolas"/>
                <a:cs typeface="Consolas"/>
                <a:sym typeface="Consolas"/>
              </a:rPr>
              <a:t>&lt;link href="…" rel="stylesheet"&gt;</a:t>
            </a:r>
            <a:endParaRPr sz="30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74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SQL Injection</a:t>
            </a:r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75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latin typeface="Consolas"/>
                <a:ea typeface="Consolas"/>
                <a:cs typeface="Consolas"/>
                <a:sym typeface="Consolas"/>
              </a:rPr>
              <a:t>SELECT * FROM users </a:t>
            </a:r>
            <a:endParaRPr sz="23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latin typeface="Consolas"/>
                <a:ea typeface="Consolas"/>
                <a:cs typeface="Consolas"/>
                <a:sym typeface="Consolas"/>
              </a:rPr>
              <a:t>WHERE username = '{username}</a:t>
            </a:r>
            <a:r>
              <a:rPr lang="en" sz="2300">
                <a:latin typeface="Consolas"/>
                <a:ea typeface="Consolas"/>
                <a:cs typeface="Consolas"/>
                <a:sym typeface="Consolas"/>
              </a:rPr>
              <a:t>'</a:t>
            </a:r>
            <a:endParaRPr sz="23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76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latin typeface="Consolas"/>
                <a:ea typeface="Consolas"/>
                <a:cs typeface="Consolas"/>
                <a:sym typeface="Consolas"/>
              </a:rPr>
              <a:t>SELECT * FROM users </a:t>
            </a:r>
            <a:endParaRPr sz="23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latin typeface="Consolas"/>
                <a:ea typeface="Consolas"/>
                <a:cs typeface="Consolas"/>
                <a:sym typeface="Consolas"/>
              </a:rPr>
              <a:t>WHERE username = '</a:t>
            </a:r>
            <a:r>
              <a:rPr lang="en" sz="2300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{username}</a:t>
            </a:r>
            <a:r>
              <a:rPr lang="en" sz="2300">
                <a:latin typeface="Consolas"/>
                <a:ea typeface="Consolas"/>
                <a:cs typeface="Consolas"/>
                <a:sym typeface="Consolas"/>
              </a:rPr>
              <a:t>'</a:t>
            </a:r>
            <a:endParaRPr sz="23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77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latin typeface="Consolas"/>
                <a:ea typeface="Consolas"/>
                <a:cs typeface="Consolas"/>
                <a:sym typeface="Consolas"/>
              </a:rPr>
              <a:t>malan</a:t>
            </a:r>
            <a:endParaRPr sz="23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78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latin typeface="Consolas"/>
                <a:ea typeface="Consolas"/>
                <a:cs typeface="Consolas"/>
                <a:sym typeface="Consolas"/>
              </a:rPr>
              <a:t>malan'</a:t>
            </a:r>
            <a:r>
              <a:rPr lang="en" sz="2300">
                <a:latin typeface="Consolas"/>
                <a:ea typeface="Consolas"/>
                <a:cs typeface="Consolas"/>
                <a:sym typeface="Consolas"/>
              </a:rPr>
              <a:t>; DELETE FROM users; </a:t>
            </a:r>
            <a:r>
              <a:rPr lang="en" sz="2300">
                <a:latin typeface="Consolas"/>
                <a:ea typeface="Consolas"/>
                <a:cs typeface="Consolas"/>
                <a:sym typeface="Consolas"/>
              </a:rPr>
              <a:t>–-</a:t>
            </a:r>
            <a:endParaRPr sz="23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79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latin typeface="Consolas"/>
                <a:ea typeface="Consolas"/>
                <a:cs typeface="Consolas"/>
                <a:sym typeface="Consolas"/>
              </a:rPr>
              <a:t>SELECT * FROM users </a:t>
            </a:r>
            <a:endParaRPr sz="23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latin typeface="Consolas"/>
                <a:ea typeface="Consolas"/>
                <a:cs typeface="Consolas"/>
                <a:sym typeface="Consolas"/>
              </a:rPr>
              <a:t>WHERE username = '</a:t>
            </a:r>
            <a:r>
              <a:rPr lang="en" sz="2300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{username}</a:t>
            </a:r>
            <a:r>
              <a:rPr lang="en" sz="2300">
                <a:latin typeface="Consolas"/>
                <a:ea typeface="Consolas"/>
                <a:cs typeface="Consolas"/>
                <a:sym typeface="Consolas"/>
              </a:rPr>
              <a:t>'</a:t>
            </a:r>
            <a:endParaRPr sz="23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80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latin typeface="Consolas"/>
                <a:ea typeface="Consolas"/>
                <a:cs typeface="Consolas"/>
                <a:sym typeface="Consolas"/>
              </a:rPr>
              <a:t>SELECT * FROM users </a:t>
            </a:r>
            <a:endParaRPr sz="23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latin typeface="Consolas"/>
                <a:ea typeface="Consolas"/>
                <a:cs typeface="Consolas"/>
                <a:sym typeface="Consolas"/>
              </a:rPr>
              <a:t>WHERE username = '</a:t>
            </a:r>
            <a:r>
              <a:rPr lang="en" sz="2300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malan'; DELETE FROM users; --</a:t>
            </a:r>
            <a:r>
              <a:rPr lang="en" sz="2300">
                <a:latin typeface="Consolas"/>
                <a:ea typeface="Consolas"/>
                <a:cs typeface="Consolas"/>
                <a:sym typeface="Consolas"/>
              </a:rPr>
              <a:t>'</a:t>
            </a:r>
            <a:endParaRPr sz="23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81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latin typeface="Consolas"/>
                <a:ea typeface="Consolas"/>
                <a:cs typeface="Consolas"/>
                <a:sym typeface="Consolas"/>
              </a:rPr>
              <a:t>SELECT * FROM users </a:t>
            </a:r>
            <a:endParaRPr sz="23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latin typeface="Consolas"/>
                <a:ea typeface="Consolas"/>
                <a:cs typeface="Consolas"/>
                <a:sym typeface="Consolas"/>
              </a:rPr>
              <a:t>WHERE username = 'malan';</a:t>
            </a:r>
            <a:endParaRPr sz="23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latin typeface="Consolas"/>
                <a:ea typeface="Consolas"/>
                <a:cs typeface="Consolas"/>
                <a:sym typeface="Consolas"/>
              </a:rPr>
              <a:t>DELETE FROM users;</a:t>
            </a:r>
            <a:endParaRPr sz="23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82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SELECT * FROM users 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WHERE username = '{username}' AND password = '{password}'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83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SELECT * FROM users 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WHERE username = '</a:t>
            </a:r>
            <a:r>
              <a:rPr lang="en" sz="2000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{username}</a:t>
            </a: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' AND password = '</a:t>
            </a:r>
            <a:r>
              <a:rPr lang="en" sz="2000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{password}</a:t>
            </a: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'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84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malan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85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' </a:t>
            </a: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OR '1'='1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86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SELECT * FROM users 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WHERE username = '</a:t>
            </a:r>
            <a:r>
              <a:rPr lang="en" sz="2000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malan</a:t>
            </a: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' AND password = '</a:t>
            </a:r>
            <a:r>
              <a:rPr lang="en" sz="2000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' OR '1'='1</a:t>
            </a: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'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87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SELECT * FROM users 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WHERE username = 'malan' AND password = ''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OR '1'='1'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88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SELECT * FROM users 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WHERE (username = 'malan' AND password = '')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OR '1'='1'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89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SELECT * FROM users 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WHERE '1'='1'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90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Prepared Statements</a:t>
            </a:r>
            <a:endParaRPr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91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'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92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''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93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latin typeface="Consolas"/>
                <a:ea typeface="Consolas"/>
                <a:cs typeface="Consolas"/>
                <a:sym typeface="Consolas"/>
              </a:rPr>
              <a:t>SELECT * FROM users </a:t>
            </a:r>
            <a:endParaRPr sz="23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latin typeface="Consolas"/>
                <a:ea typeface="Consolas"/>
                <a:cs typeface="Consolas"/>
                <a:sym typeface="Consolas"/>
              </a:rPr>
              <a:t>WHERE username = '</a:t>
            </a:r>
            <a:r>
              <a:rPr lang="en" sz="2300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{username}</a:t>
            </a:r>
            <a:r>
              <a:rPr lang="en" sz="2300">
                <a:latin typeface="Consolas"/>
                <a:ea typeface="Consolas"/>
                <a:cs typeface="Consolas"/>
                <a:sym typeface="Consolas"/>
              </a:rPr>
              <a:t>'</a:t>
            </a:r>
            <a:endParaRPr sz="23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94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latin typeface="Consolas"/>
                <a:ea typeface="Consolas"/>
                <a:cs typeface="Consolas"/>
                <a:sym typeface="Consolas"/>
              </a:rPr>
              <a:t>SELECT * FROM users </a:t>
            </a:r>
            <a:endParaRPr sz="23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latin typeface="Consolas"/>
                <a:ea typeface="Consolas"/>
                <a:cs typeface="Consolas"/>
                <a:sym typeface="Consolas"/>
              </a:rPr>
              <a:t>WHERE username = </a:t>
            </a:r>
            <a:r>
              <a:rPr lang="en" sz="2300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?</a:t>
            </a:r>
            <a:endParaRPr sz="23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95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latin typeface="Consolas"/>
                <a:ea typeface="Consolas"/>
                <a:cs typeface="Consolas"/>
                <a:sym typeface="Consolas"/>
              </a:rPr>
              <a:t>SELECT * FROM users </a:t>
            </a:r>
            <a:endParaRPr sz="23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latin typeface="Consolas"/>
                <a:ea typeface="Consolas"/>
                <a:cs typeface="Consolas"/>
                <a:sym typeface="Consolas"/>
              </a:rPr>
              <a:t>WHERE username = '</a:t>
            </a:r>
            <a:r>
              <a:rPr lang="en" sz="2300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malan''; DELETE FROM users; --</a:t>
            </a:r>
            <a:r>
              <a:rPr lang="en" sz="2300">
                <a:latin typeface="Consolas"/>
                <a:ea typeface="Consolas"/>
                <a:cs typeface="Consolas"/>
                <a:sym typeface="Consolas"/>
              </a:rPr>
              <a:t>'</a:t>
            </a:r>
            <a:endParaRPr sz="23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96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SELECT * FROM users 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WHERE username = </a:t>
            </a: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'</a:t>
            </a:r>
            <a:r>
              <a:rPr lang="en" sz="2000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{username}</a:t>
            </a: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'</a:t>
            </a: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 AND password = '</a:t>
            </a:r>
            <a:r>
              <a:rPr lang="en" sz="2000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{password}</a:t>
            </a: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'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97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SELECT * FROM users 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WHERE username = </a:t>
            </a:r>
            <a:r>
              <a:rPr lang="en" sz="2000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?</a:t>
            </a: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 AND password = </a:t>
            </a:r>
            <a:r>
              <a:rPr lang="en" sz="2000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?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98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SELECT * FROM users 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WHERE username = '</a:t>
            </a:r>
            <a:r>
              <a:rPr lang="en" sz="2000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malan</a:t>
            </a: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' AND password = '</a:t>
            </a:r>
            <a:r>
              <a:rPr lang="en" sz="2000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'' OR ''1''=''1</a:t>
            </a: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'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99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Command</a:t>
            </a:r>
            <a:r>
              <a:rPr lang="en"/>
              <a:t> Injection</a:t>
            </a:r>
            <a:endParaRPr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100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system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101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eval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102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Developer Tools</a:t>
            </a:r>
            <a:endParaRPr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103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Consolas"/>
                <a:ea typeface="Consolas"/>
                <a:cs typeface="Consolas"/>
                <a:sym typeface="Consolas"/>
              </a:rPr>
              <a:t>&lt;input disabled type="checkbox"&gt;</a:t>
            </a:r>
            <a:endParaRPr sz="30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104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Consolas"/>
                <a:ea typeface="Consolas"/>
                <a:cs typeface="Consolas"/>
                <a:sym typeface="Consolas"/>
              </a:rPr>
              <a:t>&lt;input </a:t>
            </a:r>
            <a:r>
              <a:rPr lang="en" sz="3000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disabled</a:t>
            </a:r>
            <a:r>
              <a:rPr lang="en" sz="3000">
                <a:latin typeface="Consolas"/>
                <a:ea typeface="Consolas"/>
                <a:cs typeface="Consolas"/>
                <a:sym typeface="Consolas"/>
              </a:rPr>
              <a:t> type="checkbox"&gt;</a:t>
            </a:r>
            <a:endParaRPr sz="30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105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Consolas"/>
                <a:ea typeface="Consolas"/>
                <a:cs typeface="Consolas"/>
                <a:sym typeface="Consolas"/>
              </a:rPr>
              <a:t>&lt;input type="checkbox"&gt;</a:t>
            </a:r>
            <a:endParaRPr sz="30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106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Client-Side Validation</a:t>
            </a:r>
            <a:endParaRPr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107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Consolas"/>
                <a:ea typeface="Consolas"/>
                <a:cs typeface="Consolas"/>
                <a:sym typeface="Consolas"/>
              </a:rPr>
              <a:t>&lt;input required type="text"&gt;</a:t>
            </a:r>
            <a:endParaRPr sz="30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108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Consolas"/>
                <a:ea typeface="Consolas"/>
                <a:cs typeface="Consolas"/>
                <a:sym typeface="Consolas"/>
              </a:rPr>
              <a:t>&lt;input </a:t>
            </a:r>
            <a:r>
              <a:rPr lang="en" sz="3000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required</a:t>
            </a:r>
            <a:r>
              <a:rPr lang="en" sz="3000">
                <a:latin typeface="Consolas"/>
                <a:ea typeface="Consolas"/>
                <a:cs typeface="Consolas"/>
                <a:sym typeface="Consolas"/>
              </a:rPr>
              <a:t> type="text"&gt;</a:t>
            </a:r>
            <a:endParaRPr sz="30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109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Consolas"/>
                <a:ea typeface="Consolas"/>
                <a:cs typeface="Consolas"/>
                <a:sym typeface="Consolas"/>
              </a:rPr>
              <a:t>&lt;input type="text"&gt;</a:t>
            </a:r>
            <a:endParaRPr sz="30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110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Server</a:t>
            </a:r>
            <a:r>
              <a:rPr lang="en"/>
              <a:t>-Side Validation</a:t>
            </a:r>
            <a:endParaRPr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111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Cross-Site Request Forgery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(CSRF)</a:t>
            </a:r>
            <a:endParaRPr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112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GET</a:t>
            </a:r>
            <a:endParaRPr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113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Consolas"/>
                <a:ea typeface="Consolas"/>
                <a:cs typeface="Consolas"/>
                <a:sym typeface="Consolas"/>
              </a:rPr>
              <a:t>&lt;a href="</a:t>
            </a:r>
            <a:r>
              <a:rPr lang="en" sz="1900">
                <a:latin typeface="Consolas"/>
                <a:ea typeface="Consolas"/>
                <a:cs typeface="Consolas"/>
                <a:sym typeface="Consolas"/>
              </a:rPr>
              <a:t>https://www.amazon.com/dp/B07XLQ2FSK</a:t>
            </a:r>
            <a:r>
              <a:rPr lang="en" sz="1900">
                <a:latin typeface="Consolas"/>
                <a:ea typeface="Consolas"/>
                <a:cs typeface="Consolas"/>
                <a:sym typeface="Consolas"/>
              </a:rPr>
              <a:t>"&gt;Buy Now&lt;/a&gt;</a:t>
            </a:r>
            <a:endParaRPr sz="19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114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Consolas"/>
                <a:ea typeface="Consolas"/>
                <a:cs typeface="Consolas"/>
                <a:sym typeface="Consolas"/>
              </a:rPr>
              <a:t>&lt;a href="</a:t>
            </a:r>
            <a:r>
              <a:rPr lang="en" sz="1900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https://www.amazon.com/dp/</a:t>
            </a:r>
            <a:r>
              <a:rPr lang="en" sz="1900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B07XLQ2FSK</a:t>
            </a:r>
            <a:r>
              <a:rPr lang="en" sz="1900">
                <a:latin typeface="Consolas"/>
                <a:ea typeface="Consolas"/>
                <a:cs typeface="Consolas"/>
                <a:sym typeface="Consolas"/>
              </a:rPr>
              <a:t>"&gt;Buy Now&lt;/a&gt;</a:t>
            </a:r>
            <a:endParaRPr sz="19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115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latin typeface="Consolas"/>
                <a:ea typeface="Consolas"/>
                <a:cs typeface="Consolas"/>
                <a:sym typeface="Consolas"/>
              </a:rPr>
              <a:t>&lt;img src="</a:t>
            </a:r>
            <a:r>
              <a:rPr lang="en" sz="2300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https://www.amazon.com/dp/B07XLQ2FSK</a:t>
            </a:r>
            <a:r>
              <a:rPr lang="en" sz="2300">
                <a:latin typeface="Consolas"/>
                <a:ea typeface="Consolas"/>
                <a:cs typeface="Consolas"/>
                <a:sym typeface="Consolas"/>
              </a:rPr>
              <a:t>"&gt;</a:t>
            </a:r>
            <a:endParaRPr sz="23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116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POST</a:t>
            </a:r>
            <a:endParaRPr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117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Consolas"/>
                <a:ea typeface="Consolas"/>
                <a:cs typeface="Consolas"/>
                <a:sym typeface="Consolas"/>
              </a:rPr>
              <a:t>&lt;form action="https://www.amazon.com/" method="post"&gt;</a:t>
            </a:r>
            <a:endParaRPr sz="19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Consolas"/>
                <a:ea typeface="Consolas"/>
                <a:cs typeface="Consolas"/>
                <a:sym typeface="Consolas"/>
              </a:rPr>
              <a:t>  &lt;input name="dp" type="hidden" value="</a:t>
            </a:r>
            <a:r>
              <a:rPr lang="en" sz="1900">
                <a:latin typeface="Consolas"/>
                <a:ea typeface="Consolas"/>
                <a:cs typeface="Consolas"/>
                <a:sym typeface="Consolas"/>
              </a:rPr>
              <a:t>B07XLQ2FSK"&gt;</a:t>
            </a:r>
            <a:endParaRPr sz="19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Consolas"/>
                <a:ea typeface="Consolas"/>
                <a:cs typeface="Consolas"/>
                <a:sym typeface="Consolas"/>
              </a:rPr>
              <a:t>  &lt;button type="submit"&gt;</a:t>
            </a:r>
            <a:r>
              <a:rPr lang="en" sz="1900">
                <a:latin typeface="Consolas"/>
                <a:ea typeface="Consolas"/>
                <a:cs typeface="Consolas"/>
                <a:sym typeface="Consolas"/>
              </a:rPr>
              <a:t>Buy Now&lt;/button&gt;</a:t>
            </a:r>
            <a:endParaRPr sz="19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Consolas"/>
                <a:ea typeface="Consolas"/>
                <a:cs typeface="Consolas"/>
                <a:sym typeface="Consolas"/>
              </a:rPr>
              <a:t>&lt;/form&gt;</a:t>
            </a:r>
            <a:endParaRPr sz="19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118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Consolas"/>
                <a:ea typeface="Consolas"/>
                <a:cs typeface="Consolas"/>
                <a:sym typeface="Consolas"/>
              </a:rPr>
              <a:t>&lt;form action="https://www.amazon.com/" method="post"&gt;</a:t>
            </a:r>
            <a:endParaRPr sz="19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 sz="1900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&lt;input name="dp" type="hidden" value="</a:t>
            </a:r>
            <a:r>
              <a:rPr lang="en" sz="1900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B07XLQ2FSK</a:t>
            </a:r>
            <a:r>
              <a:rPr lang="en" sz="1900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"&gt;</a:t>
            </a:r>
            <a:endParaRPr sz="1900">
              <a:solidFill>
                <a:srgbClr val="FFFF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Consolas"/>
                <a:ea typeface="Consolas"/>
                <a:cs typeface="Consolas"/>
                <a:sym typeface="Consolas"/>
              </a:rPr>
              <a:t>  &lt;button type="submit"&gt;Buy Now&lt;/button&gt;</a:t>
            </a:r>
            <a:endParaRPr sz="19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Consolas"/>
                <a:ea typeface="Consolas"/>
                <a:cs typeface="Consolas"/>
                <a:sym typeface="Consolas"/>
              </a:rPr>
              <a:t>&lt;/form&gt;</a:t>
            </a:r>
            <a:endParaRPr sz="19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119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Consolas"/>
                <a:ea typeface="Consolas"/>
                <a:cs typeface="Consolas"/>
                <a:sym typeface="Consolas"/>
              </a:rPr>
              <a:t>&lt;form action="https://www.amazon.com/" method="post"&gt;</a:t>
            </a:r>
            <a:endParaRPr sz="19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Consolas"/>
                <a:ea typeface="Consolas"/>
                <a:cs typeface="Consolas"/>
                <a:sym typeface="Consolas"/>
              </a:rPr>
              <a:t>  &lt;input name="dp" type="hidden" value="</a:t>
            </a:r>
            <a:r>
              <a:rPr lang="en" sz="1900">
                <a:latin typeface="Consolas"/>
                <a:ea typeface="Consolas"/>
                <a:cs typeface="Consolas"/>
                <a:sym typeface="Consolas"/>
              </a:rPr>
              <a:t>B07XLQ2FSK</a:t>
            </a:r>
            <a:r>
              <a:rPr lang="en" sz="1900">
                <a:latin typeface="Consolas"/>
                <a:ea typeface="Consolas"/>
                <a:cs typeface="Consolas"/>
                <a:sym typeface="Consolas"/>
              </a:rPr>
              <a:t>"&gt;</a:t>
            </a:r>
            <a:endParaRPr sz="19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 sz="1900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&lt;button type="submit"&gt;Buy Now&lt;/button&gt;</a:t>
            </a:r>
            <a:endParaRPr sz="1900">
              <a:solidFill>
                <a:srgbClr val="FFFF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Consolas"/>
                <a:ea typeface="Consolas"/>
                <a:cs typeface="Consolas"/>
                <a:sym typeface="Consolas"/>
              </a:rPr>
              <a:t>&lt;/form&gt;</a:t>
            </a:r>
            <a:endParaRPr sz="19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120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Consolas"/>
                <a:ea typeface="Consolas"/>
                <a:cs typeface="Consolas"/>
                <a:sym typeface="Consolas"/>
              </a:rPr>
              <a:t>&lt;form action="https://www.amazon.com/" method="post"&gt;</a:t>
            </a:r>
            <a:endParaRPr sz="19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Consolas"/>
                <a:ea typeface="Consolas"/>
                <a:cs typeface="Consolas"/>
                <a:sym typeface="Consolas"/>
              </a:rPr>
              <a:t>  &lt;input name="dp" type="hidden" value="</a:t>
            </a:r>
            <a:r>
              <a:rPr lang="en" sz="1900">
                <a:latin typeface="Consolas"/>
                <a:ea typeface="Consolas"/>
                <a:cs typeface="Consolas"/>
                <a:sym typeface="Consolas"/>
              </a:rPr>
              <a:t>B07XLQ2FSK</a:t>
            </a:r>
            <a:r>
              <a:rPr lang="en" sz="1900">
                <a:latin typeface="Consolas"/>
                <a:ea typeface="Consolas"/>
                <a:cs typeface="Consolas"/>
                <a:sym typeface="Consolas"/>
              </a:rPr>
              <a:t>"&gt;</a:t>
            </a:r>
            <a:endParaRPr sz="19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Consolas"/>
                <a:ea typeface="Consolas"/>
                <a:cs typeface="Consolas"/>
                <a:sym typeface="Consolas"/>
              </a:rPr>
              <a:t>  &lt;button type="submit"&gt;Buy Now&lt;/button&gt;</a:t>
            </a:r>
            <a:endParaRPr sz="19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Consolas"/>
                <a:ea typeface="Consolas"/>
                <a:cs typeface="Consolas"/>
                <a:sym typeface="Consolas"/>
              </a:rPr>
              <a:t>&lt;/form&gt;</a:t>
            </a:r>
            <a:endParaRPr sz="19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Consolas"/>
                <a:ea typeface="Consolas"/>
                <a:cs typeface="Consolas"/>
                <a:sym typeface="Consolas"/>
              </a:rPr>
              <a:t>&lt;script&gt;</a:t>
            </a:r>
            <a:endParaRPr sz="19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Consolas"/>
                <a:ea typeface="Consolas"/>
                <a:cs typeface="Consolas"/>
                <a:sym typeface="Consolas"/>
              </a:rPr>
              <a:t>  document.forms[0].submit();</a:t>
            </a:r>
            <a:endParaRPr sz="19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Consolas"/>
                <a:ea typeface="Consolas"/>
                <a:cs typeface="Consolas"/>
                <a:sym typeface="Consolas"/>
              </a:rPr>
              <a:t>&lt;/script&gt;</a:t>
            </a:r>
            <a:endParaRPr sz="19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121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Consolas"/>
                <a:ea typeface="Consolas"/>
                <a:cs typeface="Consolas"/>
                <a:sym typeface="Consolas"/>
              </a:rPr>
              <a:t>&lt;form action="https://www.amazon.com/" method="post"&gt;</a:t>
            </a:r>
            <a:endParaRPr sz="19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Consolas"/>
                <a:ea typeface="Consolas"/>
                <a:cs typeface="Consolas"/>
                <a:sym typeface="Consolas"/>
              </a:rPr>
              <a:t>  &lt;input name="dp" type="hidden" value="</a:t>
            </a:r>
            <a:r>
              <a:rPr lang="en" sz="1900">
                <a:latin typeface="Consolas"/>
                <a:ea typeface="Consolas"/>
                <a:cs typeface="Consolas"/>
                <a:sym typeface="Consolas"/>
              </a:rPr>
              <a:t>B07XLQ2FSK</a:t>
            </a:r>
            <a:r>
              <a:rPr lang="en" sz="1900">
                <a:latin typeface="Consolas"/>
                <a:ea typeface="Consolas"/>
                <a:cs typeface="Consolas"/>
                <a:sym typeface="Consolas"/>
              </a:rPr>
              <a:t>"&gt;</a:t>
            </a:r>
            <a:endParaRPr sz="19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Consolas"/>
                <a:ea typeface="Consolas"/>
                <a:cs typeface="Consolas"/>
                <a:sym typeface="Consolas"/>
              </a:rPr>
              <a:t>  &lt;button type="submit"&gt;Buy Now&lt;/button&gt;</a:t>
            </a:r>
            <a:endParaRPr sz="19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Consolas"/>
                <a:ea typeface="Consolas"/>
                <a:cs typeface="Consolas"/>
                <a:sym typeface="Consolas"/>
              </a:rPr>
              <a:t>&lt;/form&gt;</a:t>
            </a:r>
            <a:endParaRPr sz="19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Consolas"/>
                <a:ea typeface="Consolas"/>
                <a:cs typeface="Consolas"/>
                <a:sym typeface="Consolas"/>
              </a:rPr>
              <a:t>&lt;script&gt;</a:t>
            </a:r>
            <a:endParaRPr sz="19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 sz="1900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document.forms[0].submit();</a:t>
            </a:r>
            <a:endParaRPr sz="1900">
              <a:solidFill>
                <a:srgbClr val="FFFF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Consolas"/>
                <a:ea typeface="Consolas"/>
                <a:cs typeface="Consolas"/>
                <a:sym typeface="Consolas"/>
              </a:rPr>
              <a:t>&lt;/script&gt;</a:t>
            </a:r>
            <a:endParaRPr sz="19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122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Consolas"/>
                <a:ea typeface="Consolas"/>
                <a:cs typeface="Consolas"/>
                <a:sym typeface="Consolas"/>
              </a:rPr>
              <a:t>&lt;form action="https://www.amazon.com/" method="post"&gt;</a:t>
            </a:r>
            <a:endParaRPr sz="19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Consolas"/>
                <a:ea typeface="Consolas"/>
                <a:cs typeface="Consolas"/>
                <a:sym typeface="Consolas"/>
              </a:rPr>
              <a:t>  &lt;input name="dp" type="hidden" value="</a:t>
            </a:r>
            <a:r>
              <a:rPr lang="en" sz="1900">
                <a:latin typeface="Consolas"/>
                <a:ea typeface="Consolas"/>
                <a:cs typeface="Consolas"/>
                <a:sym typeface="Consolas"/>
              </a:rPr>
              <a:t>B07XLQ2FSK</a:t>
            </a:r>
            <a:r>
              <a:rPr lang="en" sz="1900">
                <a:latin typeface="Consolas"/>
                <a:ea typeface="Consolas"/>
                <a:cs typeface="Consolas"/>
                <a:sym typeface="Consolas"/>
              </a:rPr>
              <a:t>"&gt;</a:t>
            </a:r>
            <a:endParaRPr sz="19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Consolas"/>
                <a:ea typeface="Consolas"/>
                <a:cs typeface="Consolas"/>
                <a:sym typeface="Consolas"/>
              </a:rPr>
              <a:t>  &lt;button type="submit"&gt;Buy Now&lt;/button&gt;</a:t>
            </a:r>
            <a:endParaRPr sz="19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Consolas"/>
                <a:ea typeface="Consolas"/>
                <a:cs typeface="Consolas"/>
                <a:sym typeface="Consolas"/>
              </a:rPr>
              <a:t>&lt;/form&gt;</a:t>
            </a:r>
            <a:endParaRPr sz="19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123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Consolas"/>
                <a:ea typeface="Consolas"/>
                <a:cs typeface="Consolas"/>
                <a:sym typeface="Consolas"/>
              </a:rPr>
              <a:t>&lt;form action="https://www.amazon.com/" method="post"&gt;</a:t>
            </a:r>
            <a:endParaRPr sz="19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Consolas"/>
                <a:ea typeface="Consolas"/>
                <a:cs typeface="Consolas"/>
                <a:sym typeface="Consolas"/>
              </a:rPr>
              <a:t>  &lt;input name="csrf_token" type="hidden" value="1234abcd"&gt;</a:t>
            </a:r>
            <a:endParaRPr sz="19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Consolas"/>
                <a:ea typeface="Consolas"/>
                <a:cs typeface="Consolas"/>
                <a:sym typeface="Consolas"/>
              </a:rPr>
              <a:t>  &lt;input name="dp" type="hidden" value="</a:t>
            </a:r>
            <a:r>
              <a:rPr lang="en" sz="1900">
                <a:latin typeface="Consolas"/>
                <a:ea typeface="Consolas"/>
                <a:cs typeface="Consolas"/>
                <a:sym typeface="Consolas"/>
              </a:rPr>
              <a:t>B07XLQ2FSK</a:t>
            </a:r>
            <a:r>
              <a:rPr lang="en" sz="1900">
                <a:latin typeface="Consolas"/>
                <a:ea typeface="Consolas"/>
                <a:cs typeface="Consolas"/>
                <a:sym typeface="Consolas"/>
              </a:rPr>
              <a:t>"&gt;</a:t>
            </a:r>
            <a:endParaRPr sz="19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Consolas"/>
                <a:ea typeface="Consolas"/>
                <a:cs typeface="Consolas"/>
                <a:sym typeface="Consolas"/>
              </a:rPr>
              <a:t>  &lt;button type="submit"&gt;Buy Now&lt;/button&gt;</a:t>
            </a:r>
            <a:endParaRPr sz="19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Consolas"/>
                <a:ea typeface="Consolas"/>
                <a:cs typeface="Consolas"/>
                <a:sym typeface="Consolas"/>
              </a:rPr>
              <a:t>&lt;/form&gt;</a:t>
            </a:r>
            <a:endParaRPr sz="19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124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Consolas"/>
                <a:ea typeface="Consolas"/>
                <a:cs typeface="Consolas"/>
                <a:sym typeface="Consolas"/>
              </a:rPr>
              <a:t>&lt;form action="https://www.amazon.com/" method="post"&gt;</a:t>
            </a:r>
            <a:endParaRPr sz="19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 sz="1900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&lt;input name="csrf_token" type="hidden" value="1234abcd"&gt;</a:t>
            </a:r>
            <a:endParaRPr sz="1900">
              <a:solidFill>
                <a:srgbClr val="FFFF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Consolas"/>
                <a:ea typeface="Consolas"/>
                <a:cs typeface="Consolas"/>
                <a:sym typeface="Consolas"/>
              </a:rPr>
              <a:t>  &lt;input name="dp" type="hidden" value="</a:t>
            </a:r>
            <a:r>
              <a:rPr lang="en" sz="1900">
                <a:latin typeface="Consolas"/>
                <a:ea typeface="Consolas"/>
                <a:cs typeface="Consolas"/>
                <a:sym typeface="Consolas"/>
              </a:rPr>
              <a:t>B07XLQ2FSK</a:t>
            </a:r>
            <a:r>
              <a:rPr lang="en" sz="1900">
                <a:latin typeface="Consolas"/>
                <a:ea typeface="Consolas"/>
                <a:cs typeface="Consolas"/>
                <a:sym typeface="Consolas"/>
              </a:rPr>
              <a:t>"&gt;</a:t>
            </a:r>
            <a:endParaRPr sz="19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Consolas"/>
                <a:ea typeface="Consolas"/>
                <a:cs typeface="Consolas"/>
                <a:sym typeface="Consolas"/>
              </a:rPr>
              <a:t>  &lt;button type="submit"&gt;Buy Now&lt;/button&gt;</a:t>
            </a:r>
            <a:endParaRPr sz="19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Consolas"/>
                <a:ea typeface="Consolas"/>
                <a:cs typeface="Consolas"/>
                <a:sym typeface="Consolas"/>
              </a:rPr>
              <a:t>&lt;/form&gt;</a:t>
            </a:r>
            <a:endParaRPr sz="19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125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latin typeface="Consolas"/>
                <a:ea typeface="Consolas"/>
                <a:cs typeface="Consolas"/>
                <a:sym typeface="Consolas"/>
              </a:rPr>
              <a:t>POST</a:t>
            </a:r>
            <a:r>
              <a:rPr lang="en" sz="3100">
                <a:latin typeface="Consolas"/>
                <a:ea typeface="Consolas"/>
                <a:cs typeface="Consolas"/>
                <a:sym typeface="Consolas"/>
              </a:rPr>
              <a:t> / HTTP/3</a:t>
            </a:r>
            <a:endParaRPr sz="31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latin typeface="Consolas"/>
                <a:ea typeface="Consolas"/>
                <a:cs typeface="Consolas"/>
                <a:sym typeface="Consolas"/>
              </a:rPr>
              <a:t>Host: amazon.com</a:t>
            </a:r>
            <a:endParaRPr sz="31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latin typeface="Consolas"/>
                <a:ea typeface="Consolas"/>
                <a:cs typeface="Consolas"/>
                <a:sym typeface="Consolas"/>
              </a:rPr>
              <a:t>X-CSRFToken:</a:t>
            </a:r>
            <a:r>
              <a:rPr lang="en" sz="3100">
                <a:latin typeface="Consolas"/>
                <a:ea typeface="Consolas"/>
                <a:cs typeface="Consolas"/>
                <a:sym typeface="Consolas"/>
              </a:rPr>
              <a:t> 1234abcd</a:t>
            </a:r>
            <a:endParaRPr sz="31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126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Open Worldwide Application Security Project (OWASP)</a:t>
            </a:r>
            <a:endParaRPr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12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break</a:t>
            </a:r>
            <a:endParaRPr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128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Arbitrary Code Execution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(ACE)</a:t>
            </a:r>
            <a:endParaRPr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129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Remote</a:t>
            </a:r>
            <a:r>
              <a:rPr lang="en"/>
              <a:t> Code Execution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(RCE)</a:t>
            </a:r>
            <a:endParaRPr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130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Buffer Overflow</a:t>
            </a:r>
            <a:endParaRPr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46" name="Google Shape;646;p131"/>
          <p:cNvCxnSpPr/>
          <p:nvPr/>
        </p:nvCxnSpPr>
        <p:spPr>
          <a:xfrm>
            <a:off x="5562600" y="914400"/>
            <a:ext cx="0" cy="3295800"/>
          </a:xfrm>
          <a:prstGeom prst="straightConnector1">
            <a:avLst/>
          </a:prstGeom>
          <a:noFill/>
          <a:ln cap="flat" cmpd="sng" w="28575">
            <a:solidFill>
              <a:srgbClr val="FFFF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7" name="Google Shape;647;p131"/>
          <p:cNvCxnSpPr/>
          <p:nvPr/>
        </p:nvCxnSpPr>
        <p:spPr>
          <a:xfrm>
            <a:off x="3657600" y="923850"/>
            <a:ext cx="0" cy="3295800"/>
          </a:xfrm>
          <a:prstGeom prst="straightConnector1">
            <a:avLst/>
          </a:prstGeom>
          <a:noFill/>
          <a:ln cap="flat" cmpd="sng" w="28575">
            <a:solidFill>
              <a:srgbClr val="FFFF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8" name="Google Shape;648;p131"/>
          <p:cNvCxnSpPr/>
          <p:nvPr/>
        </p:nvCxnSpPr>
        <p:spPr>
          <a:xfrm>
            <a:off x="3638550" y="931863"/>
            <a:ext cx="1943100" cy="0"/>
          </a:xfrm>
          <a:prstGeom prst="straightConnector1">
            <a:avLst/>
          </a:prstGeom>
          <a:noFill/>
          <a:ln cap="flat" cmpd="sng" w="28575">
            <a:solidFill>
              <a:srgbClr val="FFFF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9" name="Google Shape;649;p131"/>
          <p:cNvCxnSpPr/>
          <p:nvPr/>
        </p:nvCxnSpPr>
        <p:spPr>
          <a:xfrm>
            <a:off x="3638550" y="4210188"/>
            <a:ext cx="1943100" cy="0"/>
          </a:xfrm>
          <a:prstGeom prst="straightConnector1">
            <a:avLst/>
          </a:prstGeom>
          <a:noFill/>
          <a:ln cap="flat" cmpd="sng" w="28575">
            <a:solidFill>
              <a:srgbClr val="FFFF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0" name="Google Shape;650;p131"/>
          <p:cNvCxnSpPr/>
          <p:nvPr/>
        </p:nvCxnSpPr>
        <p:spPr>
          <a:xfrm>
            <a:off x="3638550" y="1343088"/>
            <a:ext cx="1943100" cy="0"/>
          </a:xfrm>
          <a:prstGeom prst="straightConnector1">
            <a:avLst/>
          </a:prstGeom>
          <a:noFill/>
          <a:ln cap="flat" cmpd="sng" w="28575">
            <a:solidFill>
              <a:srgbClr val="FFFF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51" name="Google Shape;651;p131"/>
          <p:cNvSpPr txBox="1"/>
          <p:nvPr/>
        </p:nvSpPr>
        <p:spPr>
          <a:xfrm>
            <a:off x="3619500" y="934050"/>
            <a:ext cx="1943100" cy="3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machine code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52" name="Google Shape;652;p131"/>
          <p:cNvSpPr txBox="1"/>
          <p:nvPr/>
        </p:nvSpPr>
        <p:spPr>
          <a:xfrm>
            <a:off x="3619500" y="3610750"/>
            <a:ext cx="19431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↑</a:t>
            </a:r>
            <a:endParaRPr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stack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57" name="Google Shape;657;p132"/>
          <p:cNvCxnSpPr/>
          <p:nvPr/>
        </p:nvCxnSpPr>
        <p:spPr>
          <a:xfrm>
            <a:off x="5562600" y="914400"/>
            <a:ext cx="0" cy="3295800"/>
          </a:xfrm>
          <a:prstGeom prst="straightConnector1">
            <a:avLst/>
          </a:prstGeom>
          <a:noFill/>
          <a:ln cap="flat" cmpd="sng" w="28575">
            <a:solidFill>
              <a:srgbClr val="FFFF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8" name="Google Shape;658;p132"/>
          <p:cNvCxnSpPr/>
          <p:nvPr/>
        </p:nvCxnSpPr>
        <p:spPr>
          <a:xfrm>
            <a:off x="3657600" y="923850"/>
            <a:ext cx="0" cy="3295800"/>
          </a:xfrm>
          <a:prstGeom prst="straightConnector1">
            <a:avLst/>
          </a:prstGeom>
          <a:noFill/>
          <a:ln cap="flat" cmpd="sng" w="28575">
            <a:solidFill>
              <a:srgbClr val="FFFF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9" name="Google Shape;659;p132"/>
          <p:cNvCxnSpPr/>
          <p:nvPr/>
        </p:nvCxnSpPr>
        <p:spPr>
          <a:xfrm>
            <a:off x="3638550" y="931863"/>
            <a:ext cx="1943100" cy="0"/>
          </a:xfrm>
          <a:prstGeom prst="straightConnector1">
            <a:avLst/>
          </a:prstGeom>
          <a:noFill/>
          <a:ln cap="flat" cmpd="sng" w="28575">
            <a:solidFill>
              <a:srgbClr val="FFFF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0" name="Google Shape;660;p132"/>
          <p:cNvCxnSpPr/>
          <p:nvPr/>
        </p:nvCxnSpPr>
        <p:spPr>
          <a:xfrm>
            <a:off x="3638550" y="4210188"/>
            <a:ext cx="1943100" cy="0"/>
          </a:xfrm>
          <a:prstGeom prst="straightConnector1">
            <a:avLst/>
          </a:prstGeom>
          <a:noFill/>
          <a:ln cap="flat" cmpd="sng" w="28575">
            <a:solidFill>
              <a:srgbClr val="FFFF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1" name="Google Shape;661;p132"/>
          <p:cNvCxnSpPr/>
          <p:nvPr/>
        </p:nvCxnSpPr>
        <p:spPr>
          <a:xfrm>
            <a:off x="3638550" y="1343088"/>
            <a:ext cx="1943100" cy="0"/>
          </a:xfrm>
          <a:prstGeom prst="straightConnector1">
            <a:avLst/>
          </a:prstGeom>
          <a:noFill/>
          <a:ln cap="flat" cmpd="sng" w="28575">
            <a:solidFill>
              <a:srgbClr val="FFFF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62" name="Google Shape;662;p132"/>
          <p:cNvSpPr txBox="1"/>
          <p:nvPr/>
        </p:nvSpPr>
        <p:spPr>
          <a:xfrm>
            <a:off x="3619500" y="934050"/>
            <a:ext cx="1943100" cy="3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machine code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67" name="Google Shape;667;p133"/>
          <p:cNvCxnSpPr/>
          <p:nvPr/>
        </p:nvCxnSpPr>
        <p:spPr>
          <a:xfrm>
            <a:off x="5562600" y="914400"/>
            <a:ext cx="0" cy="3295800"/>
          </a:xfrm>
          <a:prstGeom prst="straightConnector1">
            <a:avLst/>
          </a:prstGeom>
          <a:noFill/>
          <a:ln cap="flat" cmpd="sng" w="28575">
            <a:solidFill>
              <a:srgbClr val="FFFF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8" name="Google Shape;668;p133"/>
          <p:cNvCxnSpPr/>
          <p:nvPr/>
        </p:nvCxnSpPr>
        <p:spPr>
          <a:xfrm>
            <a:off x="3657600" y="923850"/>
            <a:ext cx="0" cy="3295800"/>
          </a:xfrm>
          <a:prstGeom prst="straightConnector1">
            <a:avLst/>
          </a:prstGeom>
          <a:noFill/>
          <a:ln cap="flat" cmpd="sng" w="28575">
            <a:solidFill>
              <a:srgbClr val="FFFF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9" name="Google Shape;669;p133"/>
          <p:cNvCxnSpPr/>
          <p:nvPr/>
        </p:nvCxnSpPr>
        <p:spPr>
          <a:xfrm>
            <a:off x="3638550" y="931863"/>
            <a:ext cx="1943100" cy="0"/>
          </a:xfrm>
          <a:prstGeom prst="straightConnector1">
            <a:avLst/>
          </a:prstGeom>
          <a:noFill/>
          <a:ln cap="flat" cmpd="sng" w="28575">
            <a:solidFill>
              <a:srgbClr val="FFFF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0" name="Google Shape;670;p133"/>
          <p:cNvCxnSpPr/>
          <p:nvPr/>
        </p:nvCxnSpPr>
        <p:spPr>
          <a:xfrm>
            <a:off x="3638550" y="4210188"/>
            <a:ext cx="1943100" cy="0"/>
          </a:xfrm>
          <a:prstGeom prst="straightConnector1">
            <a:avLst/>
          </a:prstGeom>
          <a:noFill/>
          <a:ln cap="flat" cmpd="sng" w="28575">
            <a:solidFill>
              <a:srgbClr val="FFFF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1" name="Google Shape;671;p133"/>
          <p:cNvCxnSpPr/>
          <p:nvPr/>
        </p:nvCxnSpPr>
        <p:spPr>
          <a:xfrm>
            <a:off x="3638550" y="1343088"/>
            <a:ext cx="1943100" cy="0"/>
          </a:xfrm>
          <a:prstGeom prst="straightConnector1">
            <a:avLst/>
          </a:prstGeom>
          <a:noFill/>
          <a:ln cap="flat" cmpd="sng" w="28575">
            <a:solidFill>
              <a:srgbClr val="FFFF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72" name="Google Shape;672;p133"/>
          <p:cNvSpPr txBox="1"/>
          <p:nvPr/>
        </p:nvSpPr>
        <p:spPr>
          <a:xfrm>
            <a:off x="3619500" y="934050"/>
            <a:ext cx="1943100" cy="3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machine code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73" name="Google Shape;673;p133"/>
          <p:cNvSpPr txBox="1"/>
          <p:nvPr/>
        </p:nvSpPr>
        <p:spPr>
          <a:xfrm>
            <a:off x="3619500" y="3610750"/>
            <a:ext cx="19431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return address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78" name="Google Shape;678;p134"/>
          <p:cNvCxnSpPr/>
          <p:nvPr/>
        </p:nvCxnSpPr>
        <p:spPr>
          <a:xfrm>
            <a:off x="5562600" y="914400"/>
            <a:ext cx="0" cy="3295800"/>
          </a:xfrm>
          <a:prstGeom prst="straightConnector1">
            <a:avLst/>
          </a:prstGeom>
          <a:noFill/>
          <a:ln cap="flat" cmpd="sng" w="28575">
            <a:solidFill>
              <a:srgbClr val="FFFF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9" name="Google Shape;679;p134"/>
          <p:cNvCxnSpPr/>
          <p:nvPr/>
        </p:nvCxnSpPr>
        <p:spPr>
          <a:xfrm>
            <a:off x="3657600" y="923850"/>
            <a:ext cx="0" cy="3295800"/>
          </a:xfrm>
          <a:prstGeom prst="straightConnector1">
            <a:avLst/>
          </a:prstGeom>
          <a:noFill/>
          <a:ln cap="flat" cmpd="sng" w="28575">
            <a:solidFill>
              <a:srgbClr val="FFFF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0" name="Google Shape;680;p134"/>
          <p:cNvCxnSpPr/>
          <p:nvPr/>
        </p:nvCxnSpPr>
        <p:spPr>
          <a:xfrm>
            <a:off x="3638550" y="931863"/>
            <a:ext cx="1943100" cy="0"/>
          </a:xfrm>
          <a:prstGeom prst="straightConnector1">
            <a:avLst/>
          </a:prstGeom>
          <a:noFill/>
          <a:ln cap="flat" cmpd="sng" w="28575">
            <a:solidFill>
              <a:srgbClr val="FFFF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1" name="Google Shape;681;p134"/>
          <p:cNvCxnSpPr/>
          <p:nvPr/>
        </p:nvCxnSpPr>
        <p:spPr>
          <a:xfrm>
            <a:off x="3638550" y="4210188"/>
            <a:ext cx="1943100" cy="0"/>
          </a:xfrm>
          <a:prstGeom prst="straightConnector1">
            <a:avLst/>
          </a:prstGeom>
          <a:noFill/>
          <a:ln cap="flat" cmpd="sng" w="28575">
            <a:solidFill>
              <a:srgbClr val="FFFF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2" name="Google Shape;682;p134"/>
          <p:cNvCxnSpPr/>
          <p:nvPr/>
        </p:nvCxnSpPr>
        <p:spPr>
          <a:xfrm>
            <a:off x="3638550" y="1343088"/>
            <a:ext cx="1943100" cy="0"/>
          </a:xfrm>
          <a:prstGeom prst="straightConnector1">
            <a:avLst/>
          </a:prstGeom>
          <a:noFill/>
          <a:ln cap="flat" cmpd="sng" w="28575">
            <a:solidFill>
              <a:srgbClr val="FFFF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83" name="Google Shape;683;p134"/>
          <p:cNvSpPr txBox="1"/>
          <p:nvPr/>
        </p:nvSpPr>
        <p:spPr>
          <a:xfrm>
            <a:off x="3619500" y="934050"/>
            <a:ext cx="1943100" cy="3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machine code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84" name="Google Shape;684;p134"/>
          <p:cNvSpPr txBox="1"/>
          <p:nvPr/>
        </p:nvSpPr>
        <p:spPr>
          <a:xfrm>
            <a:off x="3619500" y="2775575"/>
            <a:ext cx="1943100" cy="14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"go to machine code"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9" name="Google Shape;689;p135"/>
          <p:cNvCxnSpPr/>
          <p:nvPr/>
        </p:nvCxnSpPr>
        <p:spPr>
          <a:xfrm>
            <a:off x="5562600" y="914400"/>
            <a:ext cx="0" cy="3295800"/>
          </a:xfrm>
          <a:prstGeom prst="straightConnector1">
            <a:avLst/>
          </a:prstGeom>
          <a:noFill/>
          <a:ln cap="flat" cmpd="sng" w="28575">
            <a:solidFill>
              <a:srgbClr val="FFFF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0" name="Google Shape;690;p135"/>
          <p:cNvCxnSpPr/>
          <p:nvPr/>
        </p:nvCxnSpPr>
        <p:spPr>
          <a:xfrm>
            <a:off x="3657600" y="923850"/>
            <a:ext cx="0" cy="3295800"/>
          </a:xfrm>
          <a:prstGeom prst="straightConnector1">
            <a:avLst/>
          </a:prstGeom>
          <a:noFill/>
          <a:ln cap="flat" cmpd="sng" w="28575">
            <a:solidFill>
              <a:srgbClr val="FFFF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1" name="Google Shape;691;p135"/>
          <p:cNvCxnSpPr/>
          <p:nvPr/>
        </p:nvCxnSpPr>
        <p:spPr>
          <a:xfrm>
            <a:off x="3638550" y="931863"/>
            <a:ext cx="1943100" cy="0"/>
          </a:xfrm>
          <a:prstGeom prst="straightConnector1">
            <a:avLst/>
          </a:prstGeom>
          <a:noFill/>
          <a:ln cap="flat" cmpd="sng" w="28575">
            <a:solidFill>
              <a:srgbClr val="FFFF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2" name="Google Shape;692;p135"/>
          <p:cNvCxnSpPr/>
          <p:nvPr/>
        </p:nvCxnSpPr>
        <p:spPr>
          <a:xfrm>
            <a:off x="3638550" y="4210188"/>
            <a:ext cx="1943100" cy="0"/>
          </a:xfrm>
          <a:prstGeom prst="straightConnector1">
            <a:avLst/>
          </a:prstGeom>
          <a:noFill/>
          <a:ln cap="flat" cmpd="sng" w="28575">
            <a:solidFill>
              <a:srgbClr val="FFFF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3" name="Google Shape;693;p135"/>
          <p:cNvCxnSpPr/>
          <p:nvPr/>
        </p:nvCxnSpPr>
        <p:spPr>
          <a:xfrm>
            <a:off x="3638550" y="1343088"/>
            <a:ext cx="1943100" cy="0"/>
          </a:xfrm>
          <a:prstGeom prst="straightConnector1">
            <a:avLst/>
          </a:prstGeom>
          <a:noFill/>
          <a:ln cap="flat" cmpd="sng" w="28575">
            <a:solidFill>
              <a:srgbClr val="FFFF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94" name="Google Shape;694;p135"/>
          <p:cNvSpPr txBox="1"/>
          <p:nvPr/>
        </p:nvSpPr>
        <p:spPr>
          <a:xfrm>
            <a:off x="3619500" y="934050"/>
            <a:ext cx="1943100" cy="3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machine code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95" name="Google Shape;695;p135"/>
          <p:cNvSpPr txBox="1"/>
          <p:nvPr/>
        </p:nvSpPr>
        <p:spPr>
          <a:xfrm>
            <a:off x="3619500" y="2775575"/>
            <a:ext cx="1943100" cy="14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cats</a:t>
            </a:r>
            <a:endParaRPr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"go to machine code"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00" name="Google Shape;700;p136"/>
          <p:cNvCxnSpPr/>
          <p:nvPr/>
        </p:nvCxnSpPr>
        <p:spPr>
          <a:xfrm>
            <a:off x="5562600" y="914400"/>
            <a:ext cx="0" cy="3295800"/>
          </a:xfrm>
          <a:prstGeom prst="straightConnector1">
            <a:avLst/>
          </a:prstGeom>
          <a:noFill/>
          <a:ln cap="flat" cmpd="sng" w="28575">
            <a:solidFill>
              <a:srgbClr val="FFFF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1" name="Google Shape;701;p136"/>
          <p:cNvCxnSpPr/>
          <p:nvPr/>
        </p:nvCxnSpPr>
        <p:spPr>
          <a:xfrm>
            <a:off x="3657600" y="923850"/>
            <a:ext cx="0" cy="3295800"/>
          </a:xfrm>
          <a:prstGeom prst="straightConnector1">
            <a:avLst/>
          </a:prstGeom>
          <a:noFill/>
          <a:ln cap="flat" cmpd="sng" w="28575">
            <a:solidFill>
              <a:srgbClr val="FFFF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2" name="Google Shape;702;p136"/>
          <p:cNvCxnSpPr/>
          <p:nvPr/>
        </p:nvCxnSpPr>
        <p:spPr>
          <a:xfrm>
            <a:off x="3638550" y="931863"/>
            <a:ext cx="1943100" cy="0"/>
          </a:xfrm>
          <a:prstGeom prst="straightConnector1">
            <a:avLst/>
          </a:prstGeom>
          <a:noFill/>
          <a:ln cap="flat" cmpd="sng" w="28575">
            <a:solidFill>
              <a:srgbClr val="FFFF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3" name="Google Shape;703;p136"/>
          <p:cNvCxnSpPr/>
          <p:nvPr/>
        </p:nvCxnSpPr>
        <p:spPr>
          <a:xfrm>
            <a:off x="3638550" y="4210188"/>
            <a:ext cx="1943100" cy="0"/>
          </a:xfrm>
          <a:prstGeom prst="straightConnector1">
            <a:avLst/>
          </a:prstGeom>
          <a:noFill/>
          <a:ln cap="flat" cmpd="sng" w="28575">
            <a:solidFill>
              <a:srgbClr val="FFFF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4" name="Google Shape;704;p136"/>
          <p:cNvCxnSpPr/>
          <p:nvPr/>
        </p:nvCxnSpPr>
        <p:spPr>
          <a:xfrm>
            <a:off x="3638550" y="1343088"/>
            <a:ext cx="1943100" cy="0"/>
          </a:xfrm>
          <a:prstGeom prst="straightConnector1">
            <a:avLst/>
          </a:prstGeom>
          <a:noFill/>
          <a:ln cap="flat" cmpd="sng" w="28575">
            <a:solidFill>
              <a:srgbClr val="FFFF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05" name="Google Shape;705;p136"/>
          <p:cNvSpPr txBox="1"/>
          <p:nvPr/>
        </p:nvSpPr>
        <p:spPr>
          <a:xfrm>
            <a:off x="3619500" y="934050"/>
            <a:ext cx="1943100" cy="3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machine code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706" name="Google Shape;706;p136"/>
          <p:cNvSpPr txBox="1"/>
          <p:nvPr/>
        </p:nvSpPr>
        <p:spPr>
          <a:xfrm>
            <a:off x="3619500" y="2775575"/>
            <a:ext cx="1943100" cy="14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"go to machine code"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11" name="Google Shape;711;p137"/>
          <p:cNvCxnSpPr/>
          <p:nvPr/>
        </p:nvCxnSpPr>
        <p:spPr>
          <a:xfrm>
            <a:off x="5562600" y="914400"/>
            <a:ext cx="0" cy="3295800"/>
          </a:xfrm>
          <a:prstGeom prst="straightConnector1">
            <a:avLst/>
          </a:prstGeom>
          <a:noFill/>
          <a:ln cap="flat" cmpd="sng" w="28575">
            <a:solidFill>
              <a:srgbClr val="FFFF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2" name="Google Shape;712;p137"/>
          <p:cNvCxnSpPr/>
          <p:nvPr/>
        </p:nvCxnSpPr>
        <p:spPr>
          <a:xfrm>
            <a:off x="3657600" y="923850"/>
            <a:ext cx="0" cy="3295800"/>
          </a:xfrm>
          <a:prstGeom prst="straightConnector1">
            <a:avLst/>
          </a:prstGeom>
          <a:noFill/>
          <a:ln cap="flat" cmpd="sng" w="28575">
            <a:solidFill>
              <a:srgbClr val="FFFF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3" name="Google Shape;713;p137"/>
          <p:cNvCxnSpPr/>
          <p:nvPr/>
        </p:nvCxnSpPr>
        <p:spPr>
          <a:xfrm>
            <a:off x="3638550" y="931863"/>
            <a:ext cx="1943100" cy="0"/>
          </a:xfrm>
          <a:prstGeom prst="straightConnector1">
            <a:avLst/>
          </a:prstGeom>
          <a:noFill/>
          <a:ln cap="flat" cmpd="sng" w="28575">
            <a:solidFill>
              <a:srgbClr val="FFFF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4" name="Google Shape;714;p137"/>
          <p:cNvCxnSpPr/>
          <p:nvPr/>
        </p:nvCxnSpPr>
        <p:spPr>
          <a:xfrm>
            <a:off x="3638550" y="4210188"/>
            <a:ext cx="1943100" cy="0"/>
          </a:xfrm>
          <a:prstGeom prst="straightConnector1">
            <a:avLst/>
          </a:prstGeom>
          <a:noFill/>
          <a:ln cap="flat" cmpd="sng" w="28575">
            <a:solidFill>
              <a:srgbClr val="FFFF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5" name="Google Shape;715;p137"/>
          <p:cNvCxnSpPr/>
          <p:nvPr/>
        </p:nvCxnSpPr>
        <p:spPr>
          <a:xfrm>
            <a:off x="3638550" y="1343088"/>
            <a:ext cx="1943100" cy="0"/>
          </a:xfrm>
          <a:prstGeom prst="straightConnector1">
            <a:avLst/>
          </a:prstGeom>
          <a:noFill/>
          <a:ln cap="flat" cmpd="sng" w="28575">
            <a:solidFill>
              <a:srgbClr val="FFFF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6" name="Google Shape;716;p137"/>
          <p:cNvSpPr txBox="1"/>
          <p:nvPr/>
        </p:nvSpPr>
        <p:spPr>
          <a:xfrm>
            <a:off x="3619500" y="934050"/>
            <a:ext cx="1943100" cy="3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machine code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717" name="Google Shape;717;p137"/>
          <p:cNvSpPr txBox="1"/>
          <p:nvPr/>
        </p:nvSpPr>
        <p:spPr>
          <a:xfrm>
            <a:off x="3619500" y="3610750"/>
            <a:ext cx="19431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22" name="Google Shape;722;p138"/>
          <p:cNvCxnSpPr/>
          <p:nvPr/>
        </p:nvCxnSpPr>
        <p:spPr>
          <a:xfrm>
            <a:off x="5562600" y="914400"/>
            <a:ext cx="0" cy="3295800"/>
          </a:xfrm>
          <a:prstGeom prst="straightConnector1">
            <a:avLst/>
          </a:prstGeom>
          <a:noFill/>
          <a:ln cap="flat" cmpd="sng" w="28575">
            <a:solidFill>
              <a:srgbClr val="FFFF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3" name="Google Shape;723;p138"/>
          <p:cNvCxnSpPr/>
          <p:nvPr/>
        </p:nvCxnSpPr>
        <p:spPr>
          <a:xfrm>
            <a:off x="3657600" y="923850"/>
            <a:ext cx="0" cy="3295800"/>
          </a:xfrm>
          <a:prstGeom prst="straightConnector1">
            <a:avLst/>
          </a:prstGeom>
          <a:noFill/>
          <a:ln cap="flat" cmpd="sng" w="28575">
            <a:solidFill>
              <a:srgbClr val="FFFF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4" name="Google Shape;724;p138"/>
          <p:cNvCxnSpPr/>
          <p:nvPr/>
        </p:nvCxnSpPr>
        <p:spPr>
          <a:xfrm>
            <a:off x="3638550" y="931863"/>
            <a:ext cx="1943100" cy="0"/>
          </a:xfrm>
          <a:prstGeom prst="straightConnector1">
            <a:avLst/>
          </a:prstGeom>
          <a:noFill/>
          <a:ln cap="flat" cmpd="sng" w="28575">
            <a:solidFill>
              <a:srgbClr val="FFFF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5" name="Google Shape;725;p138"/>
          <p:cNvCxnSpPr/>
          <p:nvPr/>
        </p:nvCxnSpPr>
        <p:spPr>
          <a:xfrm>
            <a:off x="3638550" y="4210188"/>
            <a:ext cx="1943100" cy="0"/>
          </a:xfrm>
          <a:prstGeom prst="straightConnector1">
            <a:avLst/>
          </a:prstGeom>
          <a:noFill/>
          <a:ln cap="flat" cmpd="sng" w="28575">
            <a:solidFill>
              <a:srgbClr val="FFFF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6" name="Google Shape;726;p138"/>
          <p:cNvCxnSpPr/>
          <p:nvPr/>
        </p:nvCxnSpPr>
        <p:spPr>
          <a:xfrm>
            <a:off x="3638550" y="1343088"/>
            <a:ext cx="1943100" cy="0"/>
          </a:xfrm>
          <a:prstGeom prst="straightConnector1">
            <a:avLst/>
          </a:prstGeom>
          <a:noFill/>
          <a:ln cap="flat" cmpd="sng" w="28575">
            <a:solidFill>
              <a:srgbClr val="FFFF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27" name="Google Shape;727;p138"/>
          <p:cNvSpPr txBox="1"/>
          <p:nvPr/>
        </p:nvSpPr>
        <p:spPr>
          <a:xfrm>
            <a:off x="3619500" y="934050"/>
            <a:ext cx="1943100" cy="3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machine code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728" name="Google Shape;728;p138"/>
          <p:cNvSpPr txBox="1"/>
          <p:nvPr/>
        </p:nvSpPr>
        <p:spPr>
          <a:xfrm>
            <a:off x="3619500" y="3610750"/>
            <a:ext cx="19431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return address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33" name="Google Shape;733;p139"/>
          <p:cNvCxnSpPr/>
          <p:nvPr/>
        </p:nvCxnSpPr>
        <p:spPr>
          <a:xfrm>
            <a:off x="5562600" y="914400"/>
            <a:ext cx="0" cy="3295800"/>
          </a:xfrm>
          <a:prstGeom prst="straightConnector1">
            <a:avLst/>
          </a:prstGeom>
          <a:noFill/>
          <a:ln cap="flat" cmpd="sng" w="28575">
            <a:solidFill>
              <a:srgbClr val="FFFF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4" name="Google Shape;734;p139"/>
          <p:cNvCxnSpPr/>
          <p:nvPr/>
        </p:nvCxnSpPr>
        <p:spPr>
          <a:xfrm>
            <a:off x="3657600" y="923850"/>
            <a:ext cx="0" cy="3295800"/>
          </a:xfrm>
          <a:prstGeom prst="straightConnector1">
            <a:avLst/>
          </a:prstGeom>
          <a:noFill/>
          <a:ln cap="flat" cmpd="sng" w="28575">
            <a:solidFill>
              <a:srgbClr val="FFFF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5" name="Google Shape;735;p139"/>
          <p:cNvCxnSpPr/>
          <p:nvPr/>
        </p:nvCxnSpPr>
        <p:spPr>
          <a:xfrm>
            <a:off x="3638550" y="931863"/>
            <a:ext cx="1943100" cy="0"/>
          </a:xfrm>
          <a:prstGeom prst="straightConnector1">
            <a:avLst/>
          </a:prstGeom>
          <a:noFill/>
          <a:ln cap="flat" cmpd="sng" w="28575">
            <a:solidFill>
              <a:srgbClr val="FFFF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6" name="Google Shape;736;p139"/>
          <p:cNvCxnSpPr/>
          <p:nvPr/>
        </p:nvCxnSpPr>
        <p:spPr>
          <a:xfrm>
            <a:off x="3638550" y="4210188"/>
            <a:ext cx="1943100" cy="0"/>
          </a:xfrm>
          <a:prstGeom prst="straightConnector1">
            <a:avLst/>
          </a:prstGeom>
          <a:noFill/>
          <a:ln cap="flat" cmpd="sng" w="28575">
            <a:solidFill>
              <a:srgbClr val="FFFF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7" name="Google Shape;737;p139"/>
          <p:cNvCxnSpPr/>
          <p:nvPr/>
        </p:nvCxnSpPr>
        <p:spPr>
          <a:xfrm>
            <a:off x="3638550" y="1343088"/>
            <a:ext cx="1943100" cy="0"/>
          </a:xfrm>
          <a:prstGeom prst="straightConnector1">
            <a:avLst/>
          </a:prstGeom>
          <a:noFill/>
          <a:ln cap="flat" cmpd="sng" w="28575">
            <a:solidFill>
              <a:srgbClr val="FFFF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38" name="Google Shape;738;p139"/>
          <p:cNvSpPr txBox="1"/>
          <p:nvPr/>
        </p:nvSpPr>
        <p:spPr>
          <a:xfrm>
            <a:off x="3619500" y="934050"/>
            <a:ext cx="1943100" cy="3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machine code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739" name="Google Shape;739;p139"/>
          <p:cNvSpPr txBox="1"/>
          <p:nvPr/>
        </p:nvSpPr>
        <p:spPr>
          <a:xfrm>
            <a:off x="3619500" y="2775575"/>
            <a:ext cx="1943100" cy="14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"go to machine code"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44" name="Google Shape;744;p140"/>
          <p:cNvCxnSpPr/>
          <p:nvPr/>
        </p:nvCxnSpPr>
        <p:spPr>
          <a:xfrm>
            <a:off x="5562600" y="914400"/>
            <a:ext cx="0" cy="3295800"/>
          </a:xfrm>
          <a:prstGeom prst="straightConnector1">
            <a:avLst/>
          </a:prstGeom>
          <a:noFill/>
          <a:ln cap="flat" cmpd="sng" w="28575">
            <a:solidFill>
              <a:srgbClr val="FFFF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5" name="Google Shape;745;p140"/>
          <p:cNvCxnSpPr/>
          <p:nvPr/>
        </p:nvCxnSpPr>
        <p:spPr>
          <a:xfrm>
            <a:off x="3657600" y="923850"/>
            <a:ext cx="0" cy="3295800"/>
          </a:xfrm>
          <a:prstGeom prst="straightConnector1">
            <a:avLst/>
          </a:prstGeom>
          <a:noFill/>
          <a:ln cap="flat" cmpd="sng" w="28575">
            <a:solidFill>
              <a:srgbClr val="FFFF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6" name="Google Shape;746;p140"/>
          <p:cNvCxnSpPr/>
          <p:nvPr/>
        </p:nvCxnSpPr>
        <p:spPr>
          <a:xfrm>
            <a:off x="3638550" y="931863"/>
            <a:ext cx="1943100" cy="0"/>
          </a:xfrm>
          <a:prstGeom prst="straightConnector1">
            <a:avLst/>
          </a:prstGeom>
          <a:noFill/>
          <a:ln cap="flat" cmpd="sng" w="28575">
            <a:solidFill>
              <a:srgbClr val="FFFF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7" name="Google Shape;747;p140"/>
          <p:cNvCxnSpPr/>
          <p:nvPr/>
        </p:nvCxnSpPr>
        <p:spPr>
          <a:xfrm>
            <a:off x="3638550" y="4210188"/>
            <a:ext cx="1943100" cy="0"/>
          </a:xfrm>
          <a:prstGeom prst="straightConnector1">
            <a:avLst/>
          </a:prstGeom>
          <a:noFill/>
          <a:ln cap="flat" cmpd="sng" w="28575">
            <a:solidFill>
              <a:srgbClr val="FFFF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8" name="Google Shape;748;p140"/>
          <p:cNvCxnSpPr/>
          <p:nvPr/>
        </p:nvCxnSpPr>
        <p:spPr>
          <a:xfrm>
            <a:off x="3638550" y="1343088"/>
            <a:ext cx="1943100" cy="0"/>
          </a:xfrm>
          <a:prstGeom prst="straightConnector1">
            <a:avLst/>
          </a:prstGeom>
          <a:noFill/>
          <a:ln cap="flat" cmpd="sng" w="28575">
            <a:solidFill>
              <a:srgbClr val="FFFF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49" name="Google Shape;749;p140"/>
          <p:cNvSpPr txBox="1"/>
          <p:nvPr/>
        </p:nvSpPr>
        <p:spPr>
          <a:xfrm>
            <a:off x="3619500" y="934050"/>
            <a:ext cx="1943100" cy="3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machine code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750" name="Google Shape;750;p140"/>
          <p:cNvSpPr txBox="1"/>
          <p:nvPr/>
        </p:nvSpPr>
        <p:spPr>
          <a:xfrm>
            <a:off x="3619500" y="2775575"/>
            <a:ext cx="1943100" cy="14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attack code</a:t>
            </a:r>
            <a:endParaRPr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"go to machine code"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55" name="Google Shape;755;p141"/>
          <p:cNvCxnSpPr/>
          <p:nvPr/>
        </p:nvCxnSpPr>
        <p:spPr>
          <a:xfrm>
            <a:off x="5562600" y="914400"/>
            <a:ext cx="0" cy="3295800"/>
          </a:xfrm>
          <a:prstGeom prst="straightConnector1">
            <a:avLst/>
          </a:prstGeom>
          <a:noFill/>
          <a:ln cap="flat" cmpd="sng" w="28575">
            <a:solidFill>
              <a:srgbClr val="FFFF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6" name="Google Shape;756;p141"/>
          <p:cNvCxnSpPr/>
          <p:nvPr/>
        </p:nvCxnSpPr>
        <p:spPr>
          <a:xfrm>
            <a:off x="3657600" y="923850"/>
            <a:ext cx="0" cy="3295800"/>
          </a:xfrm>
          <a:prstGeom prst="straightConnector1">
            <a:avLst/>
          </a:prstGeom>
          <a:noFill/>
          <a:ln cap="flat" cmpd="sng" w="28575">
            <a:solidFill>
              <a:srgbClr val="FFFF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7" name="Google Shape;757;p141"/>
          <p:cNvCxnSpPr/>
          <p:nvPr/>
        </p:nvCxnSpPr>
        <p:spPr>
          <a:xfrm>
            <a:off x="3638550" y="931863"/>
            <a:ext cx="1943100" cy="0"/>
          </a:xfrm>
          <a:prstGeom prst="straightConnector1">
            <a:avLst/>
          </a:prstGeom>
          <a:noFill/>
          <a:ln cap="flat" cmpd="sng" w="28575">
            <a:solidFill>
              <a:srgbClr val="FFFF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8" name="Google Shape;758;p141"/>
          <p:cNvCxnSpPr/>
          <p:nvPr/>
        </p:nvCxnSpPr>
        <p:spPr>
          <a:xfrm>
            <a:off x="3638550" y="4210188"/>
            <a:ext cx="1943100" cy="0"/>
          </a:xfrm>
          <a:prstGeom prst="straightConnector1">
            <a:avLst/>
          </a:prstGeom>
          <a:noFill/>
          <a:ln cap="flat" cmpd="sng" w="28575">
            <a:solidFill>
              <a:srgbClr val="FFFF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9" name="Google Shape;759;p141"/>
          <p:cNvCxnSpPr/>
          <p:nvPr/>
        </p:nvCxnSpPr>
        <p:spPr>
          <a:xfrm>
            <a:off x="3638550" y="1343088"/>
            <a:ext cx="1943100" cy="0"/>
          </a:xfrm>
          <a:prstGeom prst="straightConnector1">
            <a:avLst/>
          </a:prstGeom>
          <a:noFill/>
          <a:ln cap="flat" cmpd="sng" w="28575">
            <a:solidFill>
              <a:srgbClr val="FFFF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60" name="Google Shape;760;p141"/>
          <p:cNvSpPr txBox="1"/>
          <p:nvPr/>
        </p:nvSpPr>
        <p:spPr>
          <a:xfrm>
            <a:off x="3619500" y="934050"/>
            <a:ext cx="1943100" cy="3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machine code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761" name="Google Shape;761;p141"/>
          <p:cNvSpPr txBox="1"/>
          <p:nvPr/>
        </p:nvSpPr>
        <p:spPr>
          <a:xfrm>
            <a:off x="3619500" y="2775575"/>
            <a:ext cx="1943100" cy="14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attack code</a:t>
            </a:r>
            <a:endParaRPr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…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66" name="Google Shape;766;p142"/>
          <p:cNvCxnSpPr/>
          <p:nvPr/>
        </p:nvCxnSpPr>
        <p:spPr>
          <a:xfrm>
            <a:off x="5562600" y="914400"/>
            <a:ext cx="0" cy="3295800"/>
          </a:xfrm>
          <a:prstGeom prst="straightConnector1">
            <a:avLst/>
          </a:prstGeom>
          <a:noFill/>
          <a:ln cap="flat" cmpd="sng" w="28575">
            <a:solidFill>
              <a:srgbClr val="FFFF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7" name="Google Shape;767;p142"/>
          <p:cNvCxnSpPr/>
          <p:nvPr/>
        </p:nvCxnSpPr>
        <p:spPr>
          <a:xfrm>
            <a:off x="3657600" y="923850"/>
            <a:ext cx="0" cy="3295800"/>
          </a:xfrm>
          <a:prstGeom prst="straightConnector1">
            <a:avLst/>
          </a:prstGeom>
          <a:noFill/>
          <a:ln cap="flat" cmpd="sng" w="28575">
            <a:solidFill>
              <a:srgbClr val="FFFF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8" name="Google Shape;768;p142"/>
          <p:cNvCxnSpPr/>
          <p:nvPr/>
        </p:nvCxnSpPr>
        <p:spPr>
          <a:xfrm>
            <a:off x="3638550" y="931863"/>
            <a:ext cx="1943100" cy="0"/>
          </a:xfrm>
          <a:prstGeom prst="straightConnector1">
            <a:avLst/>
          </a:prstGeom>
          <a:noFill/>
          <a:ln cap="flat" cmpd="sng" w="28575">
            <a:solidFill>
              <a:srgbClr val="FFFF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9" name="Google Shape;769;p142"/>
          <p:cNvCxnSpPr/>
          <p:nvPr/>
        </p:nvCxnSpPr>
        <p:spPr>
          <a:xfrm>
            <a:off x="3638550" y="4210188"/>
            <a:ext cx="1943100" cy="0"/>
          </a:xfrm>
          <a:prstGeom prst="straightConnector1">
            <a:avLst/>
          </a:prstGeom>
          <a:noFill/>
          <a:ln cap="flat" cmpd="sng" w="28575">
            <a:solidFill>
              <a:srgbClr val="FFFF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0" name="Google Shape;770;p142"/>
          <p:cNvCxnSpPr/>
          <p:nvPr/>
        </p:nvCxnSpPr>
        <p:spPr>
          <a:xfrm>
            <a:off x="3638550" y="1343088"/>
            <a:ext cx="1943100" cy="0"/>
          </a:xfrm>
          <a:prstGeom prst="straightConnector1">
            <a:avLst/>
          </a:prstGeom>
          <a:noFill/>
          <a:ln cap="flat" cmpd="sng" w="28575">
            <a:solidFill>
              <a:srgbClr val="FFFF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71" name="Google Shape;771;p142"/>
          <p:cNvSpPr txBox="1"/>
          <p:nvPr/>
        </p:nvSpPr>
        <p:spPr>
          <a:xfrm>
            <a:off x="3619500" y="934050"/>
            <a:ext cx="1943100" cy="3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machine code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772" name="Google Shape;772;p142"/>
          <p:cNvSpPr txBox="1"/>
          <p:nvPr/>
        </p:nvSpPr>
        <p:spPr>
          <a:xfrm>
            <a:off x="3619500" y="2775575"/>
            <a:ext cx="1943100" cy="14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attack code</a:t>
            </a:r>
            <a:endParaRPr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"go to attack code"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143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Stack</a:t>
            </a:r>
            <a:r>
              <a:rPr lang="en"/>
              <a:t> Overflow</a:t>
            </a:r>
            <a:endParaRPr/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2" name="Google Shape;782;p144"/>
          <p:cNvCxnSpPr/>
          <p:nvPr/>
        </p:nvCxnSpPr>
        <p:spPr>
          <a:xfrm>
            <a:off x="5562600" y="914400"/>
            <a:ext cx="0" cy="3295800"/>
          </a:xfrm>
          <a:prstGeom prst="straightConnector1">
            <a:avLst/>
          </a:prstGeom>
          <a:noFill/>
          <a:ln cap="flat" cmpd="sng" w="28575">
            <a:solidFill>
              <a:srgbClr val="FFFF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3" name="Google Shape;783;p144"/>
          <p:cNvCxnSpPr/>
          <p:nvPr/>
        </p:nvCxnSpPr>
        <p:spPr>
          <a:xfrm>
            <a:off x="3657600" y="923850"/>
            <a:ext cx="0" cy="3295800"/>
          </a:xfrm>
          <a:prstGeom prst="straightConnector1">
            <a:avLst/>
          </a:prstGeom>
          <a:noFill/>
          <a:ln cap="flat" cmpd="sng" w="28575">
            <a:solidFill>
              <a:srgbClr val="FFFF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4" name="Google Shape;784;p144"/>
          <p:cNvCxnSpPr/>
          <p:nvPr/>
        </p:nvCxnSpPr>
        <p:spPr>
          <a:xfrm>
            <a:off x="3638550" y="931863"/>
            <a:ext cx="1943100" cy="0"/>
          </a:xfrm>
          <a:prstGeom prst="straightConnector1">
            <a:avLst/>
          </a:prstGeom>
          <a:noFill/>
          <a:ln cap="flat" cmpd="sng" w="28575">
            <a:solidFill>
              <a:srgbClr val="FFFF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5" name="Google Shape;785;p144"/>
          <p:cNvCxnSpPr/>
          <p:nvPr/>
        </p:nvCxnSpPr>
        <p:spPr>
          <a:xfrm>
            <a:off x="3638550" y="4210188"/>
            <a:ext cx="1943100" cy="0"/>
          </a:xfrm>
          <a:prstGeom prst="straightConnector1">
            <a:avLst/>
          </a:prstGeom>
          <a:noFill/>
          <a:ln cap="flat" cmpd="sng" w="28575">
            <a:solidFill>
              <a:srgbClr val="FFFF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6" name="Google Shape;786;p144"/>
          <p:cNvCxnSpPr/>
          <p:nvPr/>
        </p:nvCxnSpPr>
        <p:spPr>
          <a:xfrm>
            <a:off x="3638550" y="1343088"/>
            <a:ext cx="1943100" cy="0"/>
          </a:xfrm>
          <a:prstGeom prst="straightConnector1">
            <a:avLst/>
          </a:prstGeom>
          <a:noFill/>
          <a:ln cap="flat" cmpd="sng" w="28575">
            <a:solidFill>
              <a:srgbClr val="FFFF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87" name="Google Shape;787;p144"/>
          <p:cNvSpPr txBox="1"/>
          <p:nvPr/>
        </p:nvSpPr>
        <p:spPr>
          <a:xfrm>
            <a:off x="3619500" y="934050"/>
            <a:ext cx="1943100" cy="3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machine code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788" name="Google Shape;788;p144"/>
          <p:cNvSpPr txBox="1"/>
          <p:nvPr/>
        </p:nvSpPr>
        <p:spPr>
          <a:xfrm>
            <a:off x="3619500" y="3610750"/>
            <a:ext cx="19431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↑</a:t>
            </a:r>
            <a:endParaRPr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stack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145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Cracking</a:t>
            </a:r>
            <a:endParaRPr/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p146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Reverse Engineering</a:t>
            </a:r>
            <a:endParaRPr/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147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Malware Analysis</a:t>
            </a:r>
            <a:endParaRPr/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7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p148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Open-Source Software</a:t>
            </a:r>
            <a:endParaRPr/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p149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Closed</a:t>
            </a:r>
            <a:r>
              <a:rPr lang="en"/>
              <a:t>-Source Software</a:t>
            </a:r>
            <a:endParaRPr/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p150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 Stores</a:t>
            </a:r>
            <a:endParaRPr/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2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p151"/>
          <p:cNvSpPr/>
          <p:nvPr/>
        </p:nvSpPr>
        <p:spPr>
          <a:xfrm>
            <a:off x="3501900" y="1570500"/>
            <a:ext cx="2140200" cy="2002500"/>
          </a:xfrm>
          <a:prstGeom prst="rect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4" name="Google Shape;824;p151"/>
          <p:cNvSpPr txBox="1"/>
          <p:nvPr/>
        </p:nvSpPr>
        <p:spPr>
          <a:xfrm>
            <a:off x="-2110" y="2241725"/>
            <a:ext cx="36975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</a:rPr>
              <a:t>software</a:t>
            </a:r>
            <a:r>
              <a:rPr lang="en" sz="3000">
                <a:solidFill>
                  <a:srgbClr val="FFFFFF"/>
                </a:solidFill>
              </a:rPr>
              <a:t> →  </a:t>
            </a:r>
            <a:endParaRPr sz="3000">
              <a:solidFill>
                <a:srgbClr val="FFFFFF"/>
              </a:solidFill>
            </a:endParaRPr>
          </a:p>
        </p:txBody>
      </p:sp>
      <p:sp>
        <p:nvSpPr>
          <p:cNvPr id="825" name="Google Shape;825;p151"/>
          <p:cNvSpPr txBox="1"/>
          <p:nvPr/>
        </p:nvSpPr>
        <p:spPr>
          <a:xfrm>
            <a:off x="5446651" y="2241725"/>
            <a:ext cx="36975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</a:rPr>
              <a:t> → hash</a:t>
            </a:r>
            <a:endParaRPr sz="30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p152"/>
          <p:cNvSpPr/>
          <p:nvPr/>
        </p:nvSpPr>
        <p:spPr>
          <a:xfrm>
            <a:off x="3501900" y="1570500"/>
            <a:ext cx="2140200" cy="2002500"/>
          </a:xfrm>
          <a:prstGeom prst="rect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1" name="Google Shape;831;p152"/>
          <p:cNvSpPr txBox="1"/>
          <p:nvPr/>
        </p:nvSpPr>
        <p:spPr>
          <a:xfrm>
            <a:off x="-2110" y="2241725"/>
            <a:ext cx="36975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</a:rPr>
              <a:t>hash →  </a:t>
            </a:r>
            <a:endParaRPr sz="3000">
              <a:solidFill>
                <a:srgbClr val="FFFFFF"/>
              </a:solidFill>
            </a:endParaRPr>
          </a:p>
        </p:txBody>
      </p:sp>
      <p:sp>
        <p:nvSpPr>
          <p:cNvPr id="832" name="Google Shape;832;p152"/>
          <p:cNvSpPr txBox="1"/>
          <p:nvPr/>
        </p:nvSpPr>
        <p:spPr>
          <a:xfrm>
            <a:off x="5446651" y="2241725"/>
            <a:ext cx="36975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</a:rPr>
              <a:t> → signature</a:t>
            </a:r>
            <a:endParaRPr sz="3000">
              <a:solidFill>
                <a:srgbClr val="FFFFFF"/>
              </a:solidFill>
            </a:endParaRPr>
          </a:p>
        </p:txBody>
      </p:sp>
      <p:sp>
        <p:nvSpPr>
          <p:cNvPr id="833" name="Google Shape;833;p152"/>
          <p:cNvSpPr txBox="1"/>
          <p:nvPr/>
        </p:nvSpPr>
        <p:spPr>
          <a:xfrm>
            <a:off x="-2110" y="1632125"/>
            <a:ext cx="36975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</a:rPr>
              <a:t>private key →  </a:t>
            </a:r>
            <a:endParaRPr sz="30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p153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Package Managers</a:t>
            </a:r>
            <a:endParaRPr/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p154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Operating Systems</a:t>
            </a:r>
            <a:endParaRPr/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7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p155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</a:t>
            </a:r>
            <a:r>
              <a:rPr lang="en"/>
              <a:t>ug Bounty</a:t>
            </a:r>
            <a:endParaRPr/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156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Common Vulnerabilities </a:t>
            </a:r>
            <a:br>
              <a:rPr lang="en"/>
            </a:br>
            <a:r>
              <a:rPr lang="en"/>
              <a:t>and Exposures (CVE)</a:t>
            </a:r>
            <a:endParaRPr/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p157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National Vulnerability Database (NVD)</a:t>
            </a:r>
            <a:endParaRPr/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p158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Common Vulnerability Scoring System (CVSS)</a:t>
            </a:r>
            <a:endParaRPr/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p159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Exploit Prediction </a:t>
            </a:r>
            <a:br>
              <a:rPr lang="en"/>
            </a:br>
            <a:r>
              <a:rPr lang="en"/>
              <a:t>Scoring System (EPSS)</a:t>
            </a:r>
            <a:endParaRPr/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p160"/>
          <p:cNvSpPr txBox="1"/>
          <p:nvPr>
            <p:ph type="title"/>
          </p:nvPr>
        </p:nvSpPr>
        <p:spPr>
          <a:xfrm>
            <a:off x="490250" y="450150"/>
            <a:ext cx="819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Known Exploited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Vulnerabilities Catalog (KEV)</a:t>
            </a:r>
            <a:endParaRPr/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7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p16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Introduction to</a:t>
            </a:r>
            <a:endParaRPr sz="2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Cybersecurity</a:t>
            </a:r>
            <a:endParaRPr/>
          </a:p>
        </p:txBody>
      </p:sp>
      <p:sp>
        <p:nvSpPr>
          <p:cNvPr id="879" name="Google Shape;879;p16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David J. Malan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malan@harvard.edu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