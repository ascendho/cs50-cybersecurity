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guide id="3" pos="288">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 pos="288"/>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nginx.org/en/docs/http/ngx_http_log_module.html" TargetMode="Externa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eveloper.chrome.com/docs/multidevice/user-agent/" TargetMode="Externa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policies.google.com/technologies/cookies?hl=en-US" TargetMode="External"/><Relationship Id="rId3" Type="http://schemas.openxmlformats.org/officeDocument/2006/relationships/hyperlink" Target="https://developer.mozilla.org/en-US/docs/Web/HTTP/Headers/Set-Cookie#examples" TargetMode="Externa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macrumors.com/2023/06/17/safari-link-tracking-protection/" TargetMode="Externa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macrumors.com/2023/06/17/safari-link-tracking-protection/" TargetMode="Externa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macrumors.com/2023/06/17/safari-link-tracking-protection/" TargetMode="Externa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tb-manual.torproject.org/about/" TargetMode="Externa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251169daab4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251169daab4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25185d18783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25185d18783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25185d18783_2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25185d18783_2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Alright, this is CS50's introduction to cybersecurity, my name is David Malan and this week let's focus on preserving privacy. Just because your information can be kept secure doesn't mean you want others to have access to it at all.</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254800a29dc_0_10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254800a29dc_0_10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254b6a5c6f3_0_4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254b6a5c6f3_0_4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254b6a5c6f3_0_6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254b6a5c6f3_0_6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254b6a5c6f3_0_6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254b6a5c6f3_0_6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254b6a5c6f3_0_6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254b6a5c6f3_0_6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https://nginx.org/en/docs/http/ngx_http_log_module.html</a:t>
            </a:r>
            <a:r>
              <a:rPr lang="en"/>
              <a:t>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254b6a5c6f3_0_6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254b6a5c6f3_0_6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254b6a5c6f3_0_2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254b6a5c6f3_0_2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254b6a5c6f3_0_2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254b6a5c6f3_0_2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254b6a5c6f3_0_2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254b6a5c6f3_0_2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254b6a5c6f3_0_2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254b6a5c6f3_0_2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254b6a5c6f3_0_3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254b6a5c6f3_0_3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254b6a5c6f3_0_3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254b6a5c6f3_0_3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254b6a5c6f3_0_2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254b6a5c6f3_0_2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254b6a5c6f3_0_3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254b6a5c6f3_0_3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254b6a5c6f3_0_3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254b6a5c6f3_0_3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254b6a5c6f3_0_3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254b6a5c6f3_0_3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254b6a5c6f3_0_4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254b6a5c6f3_0_4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254b6a5c6f3_0_4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254b6a5c6f3_0_4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254b6a5c6f3_0_3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254b6a5c6f3_0_3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https://developer.chrome.com/docs/multidevice/user-agent/</a:t>
            </a:r>
            <a:r>
              <a:rPr lang="en"/>
              <a:t>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254b6a5c6f3_0_1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254b6a5c6f3_0_1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2555d582cb5_8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2555d582cb5_8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254b6a5c6f3_0_4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254b6a5c6f3_0_4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254b6a5c6f3_0_4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254b6a5c6f3_0_4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254b6a5c6f3_0_4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254b6a5c6f3_0_4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254b6a5c6f3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254b6a5c6f3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https://policies.google.com/technologies/cookies?hl=en-US</a:t>
            </a:r>
            <a:r>
              <a:rPr lang="en"/>
              <a:t> </a:t>
            </a:r>
            <a:endParaRPr/>
          </a:p>
          <a:p>
            <a:pPr indent="0" lvl="0" marL="0" rtl="0" algn="l">
              <a:spcBef>
                <a:spcPts val="0"/>
              </a:spcBef>
              <a:spcAft>
                <a:spcPts val="0"/>
              </a:spcAft>
              <a:buNone/>
            </a:pPr>
            <a:r>
              <a:rPr lang="en" u="sng">
                <a:solidFill>
                  <a:schemeClr val="hlink"/>
                </a:solidFill>
                <a:hlinkClick r:id="rId3"/>
              </a:rPr>
              <a:t>https://developer.mozilla.org/en-US/docs/Web/HTTP/Headers/Set-Cookie#examples</a:t>
            </a:r>
            <a:r>
              <a:rPr lang="en"/>
              <a:t>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254b6a5c6f3_0_4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254b6a5c6f3_0_4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254b6a5c6f3_0_4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254b6a5c6f3_0_4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https://www.macrumors.com/2023/06/17/safari-link-tracking-protection/</a:t>
            </a:r>
            <a:r>
              <a:rPr lang="en"/>
              <a:t>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254b6a5c6f3_0_4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254b6a5c6f3_0_4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https://www.macrumors.com/2023/06/17/safari-link-tracking-protection/</a:t>
            </a:r>
            <a:r>
              <a:rPr lang="en"/>
              <a:t>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254b6a5c6f3_0_4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254b6a5c6f3_0_4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https://www.macrumors.com/2023/06/17/safari-link-tracking-protection/</a:t>
            </a:r>
            <a:r>
              <a:rPr lang="en"/>
              <a:t>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254b6a5c6f3_0_2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3" name="Google Shape;213;g254b6a5c6f3_0_2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254b6a5c6f3_0_2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 name="Google Shape;218;g254b6a5c6f3_0_2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254b6a5c6f3_0_3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3" name="Google Shape;223;g254b6a5c6f3_0_3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254b6a5c6f3_0_3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8" name="Google Shape;228;g254b6a5c6f3_0_3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254b6a5c6f3_0_3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 name="Google Shape;233;g254b6a5c6f3_0_3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254b6a5c6f3_0_2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8" name="Google Shape;238;g254b6a5c6f3_0_2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254b6a5c6f3_0_2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3" name="Google Shape;243;g254b6a5c6f3_0_2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254b6a5c6f3_0_3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8" name="Google Shape;248;g254b6a5c6f3_0_3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254b6a5c6f3_0_4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3" name="Google Shape;253;g254b6a5c6f3_0_4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254b6a5c6f3_0_3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8" name="Google Shape;258;g254b6a5c6f3_0_3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254b6a5c6f3_0_3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3" name="Google Shape;263;g254b6a5c6f3_0_3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254b6a5c6f3_0_3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8" name="Google Shape;268;g254b6a5c6f3_0_3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254b6a5c6f3_0_6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3" name="Google Shape;273;g254b6a5c6f3_0_6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254b6a5c6f3_0_6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8" name="Google Shape;278;g254b6a5c6f3_0_6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254b6a5c6f3_0_6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3" name="Google Shape;283;g254b6a5c6f3_0_6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254b6a5c6f3_0_5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8" name="Google Shape;288;g254b6a5c6f3_0_5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254b6a5c6f3_0_5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3" name="Google Shape;293;g254b6a5c6f3_0_5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254b6a5c6f3_0_5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8" name="Google Shape;298;g254b6a5c6f3_0_5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https://tb-manual.torproject.org/about/</a:t>
            </a:r>
            <a:r>
              <a:rPr lang="en"/>
              <a:t>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g254b6a5c6f3_0_6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3" name="Google Shape;303;g254b6a5c6f3_0_6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camera, mic, contacts, GPS</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254b6a5c6f3_0_5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8" name="Google Shape;308;g254b6a5c6f3_0_5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251169daab4_0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3" name="Google Shape;313;g251169daab4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Accounts, Data, Systems, Software; Privacy</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25"/>
            <a:ext cx="45720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dk1"/>
              </a:buClr>
              <a:buSzPts val="1800"/>
              <a:buChar char="●"/>
              <a:defRPr>
                <a:solidFill>
                  <a:schemeClr val="dk1"/>
                </a:solidFill>
              </a:defRPr>
            </a:lvl1pPr>
            <a:lvl2pPr indent="-317500" lvl="1" marL="914400">
              <a:spcBef>
                <a:spcPts val="0"/>
              </a:spcBef>
              <a:spcAft>
                <a:spcPts val="0"/>
              </a:spcAft>
              <a:buClr>
                <a:schemeClr val="dk1"/>
              </a:buClr>
              <a:buSzPts val="1400"/>
              <a:buChar char="○"/>
              <a:defRPr>
                <a:solidFill>
                  <a:schemeClr val="dk1"/>
                </a:solidFill>
              </a:defRPr>
            </a:lvl2pPr>
            <a:lvl3pPr indent="-317500" lvl="2" marL="1371600">
              <a:spcBef>
                <a:spcPts val="0"/>
              </a:spcBef>
              <a:spcAft>
                <a:spcPts val="0"/>
              </a:spcAft>
              <a:buClr>
                <a:schemeClr val="dk1"/>
              </a:buClr>
              <a:buSzPts val="1400"/>
              <a:buChar char="■"/>
              <a:defRPr>
                <a:solidFill>
                  <a:schemeClr val="dk1"/>
                </a:solidFill>
              </a:defRPr>
            </a:lvl3pPr>
            <a:lvl4pPr indent="-317500" lvl="3" marL="1828800">
              <a:spcBef>
                <a:spcPts val="0"/>
              </a:spcBef>
              <a:spcAft>
                <a:spcPts val="0"/>
              </a:spcAft>
              <a:buClr>
                <a:schemeClr val="dk1"/>
              </a:buClr>
              <a:buSzPts val="1400"/>
              <a:buChar char="●"/>
              <a:defRPr>
                <a:solidFill>
                  <a:schemeClr val="dk1"/>
                </a:solidFill>
              </a:defRPr>
            </a:lvl4pPr>
            <a:lvl5pPr indent="-317500" lvl="4" marL="2286000">
              <a:spcBef>
                <a:spcPts val="0"/>
              </a:spcBef>
              <a:spcAft>
                <a:spcPts val="0"/>
              </a:spcAft>
              <a:buClr>
                <a:schemeClr val="dk1"/>
              </a:buClr>
              <a:buSzPts val="1400"/>
              <a:buChar char="○"/>
              <a:defRPr>
                <a:solidFill>
                  <a:schemeClr val="dk1"/>
                </a:solidFill>
              </a:defRPr>
            </a:lvl5pPr>
            <a:lvl6pPr indent="-317500" lvl="5" marL="2743200">
              <a:spcBef>
                <a:spcPts val="0"/>
              </a:spcBef>
              <a:spcAft>
                <a:spcPts val="0"/>
              </a:spcAft>
              <a:buClr>
                <a:schemeClr val="dk1"/>
              </a:buClr>
              <a:buSzPts val="1400"/>
              <a:buChar char="■"/>
              <a:defRPr>
                <a:solidFill>
                  <a:schemeClr val="dk1"/>
                </a:solidFill>
              </a:defRPr>
            </a:lvl6pPr>
            <a:lvl7pPr indent="-317500" lvl="6" marL="3200400">
              <a:spcBef>
                <a:spcPts val="0"/>
              </a:spcBef>
              <a:spcAft>
                <a:spcPts val="0"/>
              </a:spcAft>
              <a:buClr>
                <a:schemeClr val="dk1"/>
              </a:buClr>
              <a:buSzPts val="1400"/>
              <a:buChar char="●"/>
              <a:defRPr>
                <a:solidFill>
                  <a:schemeClr val="dk1"/>
                </a:solidFill>
              </a:defRPr>
            </a:lvl7pPr>
            <a:lvl8pPr indent="-317500" lvl="7" marL="3657600">
              <a:spcBef>
                <a:spcPts val="0"/>
              </a:spcBef>
              <a:spcAft>
                <a:spcPts val="0"/>
              </a:spcAft>
              <a:buClr>
                <a:schemeClr val="dk1"/>
              </a:buClr>
              <a:buSzPts val="1400"/>
              <a:buChar char="○"/>
              <a:defRPr>
                <a:solidFill>
                  <a:schemeClr val="dk1"/>
                </a:solidFill>
              </a:defRPr>
            </a:lvl8pPr>
            <a:lvl9pPr indent="-317500" lvl="8" marL="4114800">
              <a:spcBef>
                <a:spcPts val="0"/>
              </a:spcBef>
              <a:spcAft>
                <a:spcPts val="0"/>
              </a:spcAft>
              <a:buClr>
                <a:schemeClr val="dk1"/>
              </a:buClr>
              <a:buSzPts val="1400"/>
              <a:buChar char="■"/>
              <a:defRPr>
                <a:solidFill>
                  <a:schemeClr val="dk1"/>
                </a:solidFill>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dark-2">
    <p:bg>
      <p:bgPr>
        <a:solidFill>
          <a:srgbClr val="000000"/>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lt2"/>
              </a:buClr>
              <a:buSzPts val="1800"/>
              <a:buChar char="●"/>
              <a:defRPr sz="1800">
                <a:solidFill>
                  <a:schemeClr val="lt2"/>
                </a:solidFill>
              </a:defRPr>
            </a:lvl1pPr>
            <a:lvl2pPr indent="-317500" lvl="1" marL="914400">
              <a:lnSpc>
                <a:spcPct val="115000"/>
              </a:lnSpc>
              <a:spcBef>
                <a:spcPts val="0"/>
              </a:spcBef>
              <a:spcAft>
                <a:spcPts val="0"/>
              </a:spcAft>
              <a:buClr>
                <a:schemeClr val="lt2"/>
              </a:buClr>
              <a:buSzPts val="1400"/>
              <a:buChar char="○"/>
              <a:defRPr>
                <a:solidFill>
                  <a:schemeClr val="lt2"/>
                </a:solidFill>
              </a:defRPr>
            </a:lvl2pPr>
            <a:lvl3pPr indent="-317500" lvl="2" marL="1371600">
              <a:lnSpc>
                <a:spcPct val="115000"/>
              </a:lnSpc>
              <a:spcBef>
                <a:spcPts val="0"/>
              </a:spcBef>
              <a:spcAft>
                <a:spcPts val="0"/>
              </a:spcAft>
              <a:buClr>
                <a:schemeClr val="lt2"/>
              </a:buClr>
              <a:buSzPts val="1400"/>
              <a:buChar char="■"/>
              <a:defRPr>
                <a:solidFill>
                  <a:schemeClr val="lt2"/>
                </a:solidFill>
              </a:defRPr>
            </a:lvl3pPr>
            <a:lvl4pPr indent="-317500" lvl="3" marL="1828800">
              <a:lnSpc>
                <a:spcPct val="115000"/>
              </a:lnSpc>
              <a:spcBef>
                <a:spcPts val="0"/>
              </a:spcBef>
              <a:spcAft>
                <a:spcPts val="0"/>
              </a:spcAft>
              <a:buClr>
                <a:schemeClr val="lt2"/>
              </a:buClr>
              <a:buSzPts val="1400"/>
              <a:buChar char="●"/>
              <a:defRPr>
                <a:solidFill>
                  <a:schemeClr val="lt2"/>
                </a:solidFill>
              </a:defRPr>
            </a:lvl4pPr>
            <a:lvl5pPr indent="-317500" lvl="4" marL="2286000">
              <a:lnSpc>
                <a:spcPct val="115000"/>
              </a:lnSpc>
              <a:spcBef>
                <a:spcPts val="0"/>
              </a:spcBef>
              <a:spcAft>
                <a:spcPts val="0"/>
              </a:spcAft>
              <a:buClr>
                <a:schemeClr val="lt2"/>
              </a:buClr>
              <a:buSzPts val="1400"/>
              <a:buChar char="○"/>
              <a:defRPr>
                <a:solidFill>
                  <a:schemeClr val="lt2"/>
                </a:solidFill>
              </a:defRPr>
            </a:lvl5pPr>
            <a:lvl6pPr indent="-317500" lvl="5" marL="2743200">
              <a:lnSpc>
                <a:spcPct val="115000"/>
              </a:lnSpc>
              <a:spcBef>
                <a:spcPts val="0"/>
              </a:spcBef>
              <a:spcAft>
                <a:spcPts val="0"/>
              </a:spcAft>
              <a:buClr>
                <a:schemeClr val="lt2"/>
              </a:buClr>
              <a:buSzPts val="1400"/>
              <a:buChar char="■"/>
              <a:defRPr>
                <a:solidFill>
                  <a:schemeClr val="lt2"/>
                </a:solidFill>
              </a:defRPr>
            </a:lvl6pPr>
            <a:lvl7pPr indent="-317500" lvl="6" marL="3200400">
              <a:lnSpc>
                <a:spcPct val="115000"/>
              </a:lnSpc>
              <a:spcBef>
                <a:spcPts val="0"/>
              </a:spcBef>
              <a:spcAft>
                <a:spcPts val="0"/>
              </a:spcAft>
              <a:buClr>
                <a:schemeClr val="lt2"/>
              </a:buClr>
              <a:buSzPts val="1400"/>
              <a:buChar char="●"/>
              <a:defRPr>
                <a:solidFill>
                  <a:schemeClr val="lt2"/>
                </a:solidFill>
              </a:defRPr>
            </a:lvl7pPr>
            <a:lvl8pPr indent="-317500" lvl="7" marL="3657600">
              <a:lnSpc>
                <a:spcPct val="115000"/>
              </a:lnSpc>
              <a:spcBef>
                <a:spcPts val="0"/>
              </a:spcBef>
              <a:spcAft>
                <a:spcPts val="0"/>
              </a:spcAft>
              <a:buClr>
                <a:schemeClr val="lt2"/>
              </a:buClr>
              <a:buSzPts val="1400"/>
              <a:buChar char="○"/>
              <a:defRPr>
                <a:solidFill>
                  <a:schemeClr val="lt2"/>
                </a:solidFill>
              </a:defRPr>
            </a:lvl8pPr>
            <a:lvl9pPr indent="-317500" lvl="8" marL="4114800">
              <a:lnSpc>
                <a:spcPct val="115000"/>
              </a:lnSpc>
              <a:spcBef>
                <a:spcPts val="0"/>
              </a:spcBef>
              <a:spcAft>
                <a:spcPts val="0"/>
              </a:spcAft>
              <a:buClr>
                <a:schemeClr val="lt2"/>
              </a:buClr>
              <a:buSzPts val="1400"/>
              <a:buChar char="■"/>
              <a:defRPr>
                <a:solidFill>
                  <a:schemeClr val="lt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2"/>
                </a:solidFill>
              </a:defRPr>
            </a:lvl1pPr>
            <a:lvl2pPr lvl="1" algn="r">
              <a:buNone/>
              <a:defRPr sz="1000">
                <a:solidFill>
                  <a:schemeClr val="lt2"/>
                </a:solidFill>
              </a:defRPr>
            </a:lvl2pPr>
            <a:lvl3pPr lvl="2" algn="r">
              <a:buNone/>
              <a:defRPr sz="1000">
                <a:solidFill>
                  <a:schemeClr val="lt2"/>
                </a:solidFill>
              </a:defRPr>
            </a:lvl3pPr>
            <a:lvl4pPr lvl="3" algn="r">
              <a:buNone/>
              <a:defRPr sz="1000">
                <a:solidFill>
                  <a:schemeClr val="lt2"/>
                </a:solidFill>
              </a:defRPr>
            </a:lvl4pPr>
            <a:lvl5pPr lvl="4" algn="r">
              <a:buNone/>
              <a:defRPr sz="1000">
                <a:solidFill>
                  <a:schemeClr val="lt2"/>
                </a:solidFill>
              </a:defRPr>
            </a:lvl5pPr>
            <a:lvl6pPr lvl="5" algn="r">
              <a:buNone/>
              <a:defRPr sz="1000">
                <a:solidFill>
                  <a:schemeClr val="lt2"/>
                </a:solidFill>
              </a:defRPr>
            </a:lvl6pPr>
            <a:lvl7pPr lvl="6" algn="r">
              <a:buNone/>
              <a:defRPr sz="1000">
                <a:solidFill>
                  <a:schemeClr val="lt2"/>
                </a:solidFill>
              </a:defRPr>
            </a:lvl7pPr>
            <a:lvl8pPr lvl="7" algn="r">
              <a:buNone/>
              <a:defRPr sz="1000">
                <a:solidFill>
                  <a:schemeClr val="lt2"/>
                </a:solidFill>
              </a:defRPr>
            </a:lvl8pPr>
            <a:lvl9pPr lvl="8" algn="r">
              <a:buNone/>
              <a:defRPr sz="1000">
                <a:solidFill>
                  <a:schemeClr val="lt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0.xml"/><Relationship Id="rId3" Type="http://schemas.openxmlformats.org/officeDocument/2006/relationships/image" Target="../media/image2.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sz="2800"/>
              <a:t>Introduction to</a:t>
            </a:r>
            <a:endParaRPr sz="2800"/>
          </a:p>
          <a:p>
            <a:pPr indent="0" lvl="0" marL="0" rtl="0" algn="l">
              <a:spcBef>
                <a:spcPts val="0"/>
              </a:spcBef>
              <a:spcAft>
                <a:spcPts val="0"/>
              </a:spcAft>
              <a:buNone/>
            </a:pPr>
            <a:r>
              <a:rPr lang="en"/>
              <a:t>Cybersecurity</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lang="en"/>
              <a:t>David J. Malan</a:t>
            </a:r>
            <a:endParaRPr/>
          </a:p>
          <a:p>
            <a:pPr indent="0" lvl="0" marL="0" rtl="0" algn="l">
              <a:spcBef>
                <a:spcPts val="0"/>
              </a:spcBef>
              <a:spcAft>
                <a:spcPts val="0"/>
              </a:spcAft>
              <a:buNone/>
            </a:pPr>
            <a:r>
              <a:rPr lang="en"/>
              <a:t>malan@harvard.edu</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9" name="Shape 59"/>
        <p:cNvGrpSpPr/>
        <p:nvPr/>
      </p:nvGrpSpPr>
      <p:grpSpPr>
        <a:xfrm>
          <a:off x="0" y="0"/>
          <a:ext cx="0" cy="0"/>
          <a:chOff x="0" y="0"/>
          <a:chExt cx="0" cy="0"/>
        </a:xfrm>
      </p:grpSpPr>
      <p:sp>
        <p:nvSpPr>
          <p:cNvPr id="60" name="Google Shape;60;p14"/>
          <p:cNvSpPr txBox="1"/>
          <p:nvPr>
            <p:ph type="title"/>
          </p:nvPr>
        </p:nvSpPr>
        <p:spPr>
          <a:xfrm>
            <a:off x="490250" y="450150"/>
            <a:ext cx="81936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Souvenir Photo</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5"/>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sz="2800"/>
              <a:t>Introduction to</a:t>
            </a:r>
            <a:endParaRPr sz="2800"/>
          </a:p>
          <a:p>
            <a:pPr indent="0" lvl="0" marL="0" rtl="0" algn="l">
              <a:spcBef>
                <a:spcPts val="0"/>
              </a:spcBef>
              <a:spcAft>
                <a:spcPts val="0"/>
              </a:spcAft>
              <a:buNone/>
            </a:pPr>
            <a:r>
              <a:rPr lang="en"/>
              <a:t>Cybersecurity</a:t>
            </a:r>
            <a:endParaRPr/>
          </a:p>
        </p:txBody>
      </p:sp>
      <p:sp>
        <p:nvSpPr>
          <p:cNvPr id="66" name="Google Shape;66;p15"/>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lang="en"/>
              <a:t>David J. Malan</a:t>
            </a:r>
            <a:endParaRPr/>
          </a:p>
          <a:p>
            <a:pPr indent="0" lvl="0" marL="0" rtl="0" algn="l">
              <a:spcBef>
                <a:spcPts val="0"/>
              </a:spcBef>
              <a:spcAft>
                <a:spcPts val="0"/>
              </a:spcAft>
              <a:buNone/>
            </a:pPr>
            <a:r>
              <a:rPr lang="en"/>
              <a:t>malan@harvard.edu</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16"/>
          <p:cNvSpPr txBox="1"/>
          <p:nvPr>
            <p:ph type="title"/>
          </p:nvPr>
        </p:nvSpPr>
        <p:spPr>
          <a:xfrm>
            <a:off x="490250" y="450150"/>
            <a:ext cx="81936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Preserving Privacy</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17"/>
          <p:cNvSpPr txBox="1"/>
          <p:nvPr>
            <p:ph type="title"/>
          </p:nvPr>
        </p:nvSpPr>
        <p:spPr>
          <a:xfrm>
            <a:off x="490250" y="450150"/>
            <a:ext cx="81936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Web Browsing History</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8"/>
          <p:cNvSpPr txBox="1"/>
          <p:nvPr>
            <p:ph type="title"/>
          </p:nvPr>
        </p:nvSpPr>
        <p:spPr>
          <a:xfrm>
            <a:off x="490250" y="450150"/>
            <a:ext cx="81936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Logs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5" name="Shape 85"/>
        <p:cNvGrpSpPr/>
        <p:nvPr/>
      </p:nvGrpSpPr>
      <p:grpSpPr>
        <a:xfrm>
          <a:off x="0" y="0"/>
          <a:ext cx="0" cy="0"/>
          <a:chOff x="0" y="0"/>
          <a:chExt cx="0" cy="0"/>
        </a:xfrm>
      </p:grpSpPr>
      <p:sp>
        <p:nvSpPr>
          <p:cNvPr id="86" name="Google Shape;86;p19"/>
          <p:cNvSpPr txBox="1"/>
          <p:nvPr>
            <p:ph type="title"/>
          </p:nvPr>
        </p:nvSpPr>
        <p:spPr>
          <a:xfrm>
            <a:off x="490250" y="450150"/>
            <a:ext cx="81936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IP Address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20"/>
          <p:cNvSpPr txBox="1"/>
          <p:nvPr>
            <p:ph type="title"/>
          </p:nvPr>
        </p:nvSpPr>
        <p:spPr>
          <a:xfrm>
            <a:off x="490250" y="450150"/>
            <a:ext cx="81936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sz="1700">
                <a:latin typeface="Consolas"/>
                <a:ea typeface="Consolas"/>
                <a:cs typeface="Consolas"/>
                <a:sym typeface="Consolas"/>
              </a:rPr>
              <a:t>log_format combined '$remote_addr - $remote_user [$time_local] '</a:t>
            </a:r>
            <a:endParaRPr sz="1700">
              <a:latin typeface="Consolas"/>
              <a:ea typeface="Consolas"/>
              <a:cs typeface="Consolas"/>
              <a:sym typeface="Consolas"/>
            </a:endParaRPr>
          </a:p>
          <a:p>
            <a:pPr indent="0" lvl="0" marL="0" rtl="0" algn="l">
              <a:spcBef>
                <a:spcPts val="0"/>
              </a:spcBef>
              <a:spcAft>
                <a:spcPts val="0"/>
              </a:spcAft>
              <a:buNone/>
            </a:pPr>
            <a:r>
              <a:rPr lang="en" sz="1700">
                <a:latin typeface="Consolas"/>
                <a:ea typeface="Consolas"/>
                <a:cs typeface="Consolas"/>
                <a:sym typeface="Consolas"/>
              </a:rPr>
              <a:t>                    '"$request" $status $body_bytes_sent '</a:t>
            </a:r>
            <a:endParaRPr sz="1700">
              <a:latin typeface="Consolas"/>
              <a:ea typeface="Consolas"/>
              <a:cs typeface="Consolas"/>
              <a:sym typeface="Consolas"/>
            </a:endParaRPr>
          </a:p>
          <a:p>
            <a:pPr indent="0" lvl="0" marL="0" rtl="0" algn="l">
              <a:spcBef>
                <a:spcPts val="0"/>
              </a:spcBef>
              <a:spcAft>
                <a:spcPts val="0"/>
              </a:spcAft>
              <a:buNone/>
            </a:pPr>
            <a:r>
              <a:rPr lang="en" sz="1700">
                <a:latin typeface="Consolas"/>
                <a:ea typeface="Consolas"/>
                <a:cs typeface="Consolas"/>
                <a:sym typeface="Consolas"/>
              </a:rPr>
              <a:t>                    '"$http_referer" "$http_user_agent"';</a:t>
            </a:r>
            <a:endParaRPr sz="1700">
              <a:latin typeface="Consolas"/>
              <a:ea typeface="Consolas"/>
              <a:cs typeface="Consolas"/>
              <a:sym typeface="Consolas"/>
            </a:endParaRPr>
          </a:p>
          <a:p>
            <a:pPr indent="0" lvl="0" marL="0" rtl="0" algn="l">
              <a:spcBef>
                <a:spcPts val="0"/>
              </a:spcBef>
              <a:spcAft>
                <a:spcPts val="0"/>
              </a:spcAft>
              <a:buNone/>
            </a:pPr>
            <a:r>
              <a:t/>
            </a:r>
            <a:endParaRPr sz="1700">
              <a:latin typeface="Consolas"/>
              <a:ea typeface="Consolas"/>
              <a:cs typeface="Consolas"/>
              <a:sym typeface="Consola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21"/>
          <p:cNvSpPr txBox="1"/>
          <p:nvPr>
            <p:ph type="title"/>
          </p:nvPr>
        </p:nvSpPr>
        <p:spPr>
          <a:xfrm>
            <a:off x="490250" y="450150"/>
            <a:ext cx="81936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sz="1700">
                <a:latin typeface="Consolas"/>
                <a:ea typeface="Consolas"/>
                <a:cs typeface="Consolas"/>
                <a:sym typeface="Consolas"/>
              </a:rPr>
              <a:t>log_format combined '</a:t>
            </a:r>
            <a:r>
              <a:rPr lang="en" sz="1700">
                <a:solidFill>
                  <a:srgbClr val="FFFF00"/>
                </a:solidFill>
                <a:latin typeface="Consolas"/>
                <a:ea typeface="Consolas"/>
                <a:cs typeface="Consolas"/>
                <a:sym typeface="Consolas"/>
              </a:rPr>
              <a:t>$remote_addr</a:t>
            </a:r>
            <a:r>
              <a:rPr lang="en" sz="1700">
                <a:latin typeface="Consolas"/>
                <a:ea typeface="Consolas"/>
                <a:cs typeface="Consolas"/>
                <a:sym typeface="Consolas"/>
              </a:rPr>
              <a:t> - $remote_user [</a:t>
            </a:r>
            <a:r>
              <a:rPr lang="en" sz="1700">
                <a:solidFill>
                  <a:srgbClr val="FFFF00"/>
                </a:solidFill>
                <a:latin typeface="Consolas"/>
                <a:ea typeface="Consolas"/>
                <a:cs typeface="Consolas"/>
                <a:sym typeface="Consolas"/>
              </a:rPr>
              <a:t>$time_local</a:t>
            </a:r>
            <a:r>
              <a:rPr lang="en" sz="1700">
                <a:latin typeface="Consolas"/>
                <a:ea typeface="Consolas"/>
                <a:cs typeface="Consolas"/>
                <a:sym typeface="Consolas"/>
              </a:rPr>
              <a:t>] '</a:t>
            </a:r>
            <a:endParaRPr sz="1700">
              <a:latin typeface="Consolas"/>
              <a:ea typeface="Consolas"/>
              <a:cs typeface="Consolas"/>
              <a:sym typeface="Consolas"/>
            </a:endParaRPr>
          </a:p>
          <a:p>
            <a:pPr indent="0" lvl="0" marL="0" rtl="0" algn="l">
              <a:spcBef>
                <a:spcPts val="0"/>
              </a:spcBef>
              <a:spcAft>
                <a:spcPts val="0"/>
              </a:spcAft>
              <a:buNone/>
            </a:pPr>
            <a:r>
              <a:rPr lang="en" sz="1700">
                <a:latin typeface="Consolas"/>
                <a:ea typeface="Consolas"/>
                <a:cs typeface="Consolas"/>
                <a:sym typeface="Consolas"/>
              </a:rPr>
              <a:t>                    '"</a:t>
            </a:r>
            <a:r>
              <a:rPr lang="en" sz="1700">
                <a:solidFill>
                  <a:srgbClr val="FFFF00"/>
                </a:solidFill>
                <a:latin typeface="Consolas"/>
                <a:ea typeface="Consolas"/>
                <a:cs typeface="Consolas"/>
                <a:sym typeface="Consolas"/>
              </a:rPr>
              <a:t>$request</a:t>
            </a:r>
            <a:r>
              <a:rPr lang="en" sz="1700">
                <a:latin typeface="Consolas"/>
                <a:ea typeface="Consolas"/>
                <a:cs typeface="Consolas"/>
                <a:sym typeface="Consolas"/>
              </a:rPr>
              <a:t>" $status $body_bytes_sent '</a:t>
            </a:r>
            <a:endParaRPr sz="1700">
              <a:latin typeface="Consolas"/>
              <a:ea typeface="Consolas"/>
              <a:cs typeface="Consolas"/>
              <a:sym typeface="Consolas"/>
            </a:endParaRPr>
          </a:p>
          <a:p>
            <a:pPr indent="0" lvl="0" marL="0" rtl="0" algn="l">
              <a:spcBef>
                <a:spcPts val="0"/>
              </a:spcBef>
              <a:spcAft>
                <a:spcPts val="0"/>
              </a:spcAft>
              <a:buNone/>
            </a:pPr>
            <a:r>
              <a:rPr lang="en" sz="1700">
                <a:latin typeface="Consolas"/>
                <a:ea typeface="Consolas"/>
                <a:cs typeface="Consolas"/>
                <a:sym typeface="Consolas"/>
              </a:rPr>
              <a:t>                    '"</a:t>
            </a:r>
            <a:r>
              <a:rPr lang="en" sz="1700">
                <a:solidFill>
                  <a:srgbClr val="FFFF00"/>
                </a:solidFill>
                <a:latin typeface="Consolas"/>
                <a:ea typeface="Consolas"/>
                <a:cs typeface="Consolas"/>
                <a:sym typeface="Consolas"/>
              </a:rPr>
              <a:t>$http_referer</a:t>
            </a:r>
            <a:r>
              <a:rPr lang="en" sz="1700">
                <a:latin typeface="Consolas"/>
                <a:ea typeface="Consolas"/>
                <a:cs typeface="Consolas"/>
                <a:sym typeface="Consolas"/>
              </a:rPr>
              <a:t>" "</a:t>
            </a:r>
            <a:r>
              <a:rPr lang="en" sz="1700">
                <a:solidFill>
                  <a:srgbClr val="FFFF00"/>
                </a:solidFill>
                <a:latin typeface="Consolas"/>
                <a:ea typeface="Consolas"/>
                <a:cs typeface="Consolas"/>
                <a:sym typeface="Consolas"/>
              </a:rPr>
              <a:t>$http_user_agent</a:t>
            </a:r>
            <a:r>
              <a:rPr lang="en" sz="1700">
                <a:latin typeface="Consolas"/>
                <a:ea typeface="Consolas"/>
                <a:cs typeface="Consolas"/>
                <a:sym typeface="Consolas"/>
              </a:rPr>
              <a:t>"';</a:t>
            </a:r>
            <a:endParaRPr sz="1700">
              <a:latin typeface="Consolas"/>
              <a:ea typeface="Consolas"/>
              <a:cs typeface="Consolas"/>
              <a:sym typeface="Consolas"/>
            </a:endParaRPr>
          </a:p>
          <a:p>
            <a:pPr indent="0" lvl="0" marL="0" rtl="0" algn="l">
              <a:spcBef>
                <a:spcPts val="0"/>
              </a:spcBef>
              <a:spcAft>
                <a:spcPts val="0"/>
              </a:spcAft>
              <a:buNone/>
            </a:pPr>
            <a:r>
              <a:t/>
            </a:r>
            <a:endParaRPr sz="1700">
              <a:latin typeface="Consolas"/>
              <a:ea typeface="Consolas"/>
              <a:cs typeface="Consolas"/>
              <a:sym typeface="Consola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22"/>
          <p:cNvSpPr txBox="1"/>
          <p:nvPr>
            <p:ph type="title"/>
          </p:nvPr>
        </p:nvSpPr>
        <p:spPr>
          <a:xfrm>
            <a:off x="490250" y="450150"/>
            <a:ext cx="81936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HTTP Headers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05" name="Shape 105"/>
        <p:cNvGrpSpPr/>
        <p:nvPr/>
      </p:nvGrpSpPr>
      <p:grpSpPr>
        <a:xfrm>
          <a:off x="0" y="0"/>
          <a:ext cx="0" cy="0"/>
          <a:chOff x="0" y="0"/>
          <a:chExt cx="0" cy="0"/>
        </a:xfrm>
      </p:grpSpPr>
      <p:pic>
        <p:nvPicPr>
          <p:cNvPr id="106" name="Google Shape;106;p23"/>
          <p:cNvPicPr preferRelativeResize="0"/>
          <p:nvPr/>
        </p:nvPicPr>
        <p:blipFill>
          <a:blip r:embed="rId3">
            <a:alphaModFix/>
          </a:blip>
          <a:stretch>
            <a:fillRect/>
          </a:stretch>
        </p:blipFill>
        <p:spPr>
          <a:xfrm>
            <a:off x="914400" y="994475"/>
            <a:ext cx="7315200" cy="3154538"/>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4"/>
          <p:cNvSpPr txBox="1"/>
          <p:nvPr>
            <p:ph type="title"/>
          </p:nvPr>
        </p:nvSpPr>
        <p:spPr>
          <a:xfrm>
            <a:off x="228600" y="450150"/>
            <a:ext cx="86868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sz="2700">
                <a:latin typeface="Consolas"/>
                <a:ea typeface="Consolas"/>
                <a:cs typeface="Consolas"/>
                <a:sym typeface="Consolas"/>
              </a:rPr>
              <a:t>&lt;a href="https://example.com"&gt;cats&lt;/a&gt;</a:t>
            </a:r>
            <a:endParaRPr sz="2700">
              <a:latin typeface="Consolas"/>
              <a:ea typeface="Consolas"/>
              <a:cs typeface="Consolas"/>
              <a:sym typeface="Consolas"/>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25"/>
          <p:cNvSpPr txBox="1"/>
          <p:nvPr>
            <p:ph type="title"/>
          </p:nvPr>
        </p:nvSpPr>
        <p:spPr>
          <a:xfrm>
            <a:off x="228600" y="450150"/>
            <a:ext cx="86868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sz="2700">
                <a:latin typeface="Consolas"/>
                <a:ea typeface="Consolas"/>
                <a:cs typeface="Consolas"/>
                <a:sym typeface="Consolas"/>
              </a:rPr>
              <a:t>Referer: https://www.google.com/search?q=cats</a:t>
            </a:r>
            <a:endParaRPr sz="2700">
              <a:latin typeface="Consolas"/>
              <a:ea typeface="Consolas"/>
              <a:cs typeface="Consolas"/>
              <a:sym typeface="Consolas"/>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26"/>
          <p:cNvSpPr txBox="1"/>
          <p:nvPr>
            <p:ph type="title"/>
          </p:nvPr>
        </p:nvSpPr>
        <p:spPr>
          <a:xfrm>
            <a:off x="228600" y="450150"/>
            <a:ext cx="86868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sz="2700">
                <a:latin typeface="Consolas"/>
                <a:ea typeface="Consolas"/>
                <a:cs typeface="Consolas"/>
                <a:sym typeface="Consolas"/>
              </a:rPr>
              <a:t>Referer: https://www.google.com/</a:t>
            </a:r>
            <a:endParaRPr sz="2700">
              <a:latin typeface="Consolas"/>
              <a:ea typeface="Consolas"/>
              <a:cs typeface="Consolas"/>
              <a:sym typeface="Consolas"/>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8"/>
          <p:cNvSpPr txBox="1"/>
          <p:nvPr>
            <p:ph type="title"/>
          </p:nvPr>
        </p:nvSpPr>
        <p:spPr>
          <a:xfrm>
            <a:off x="228600" y="450150"/>
            <a:ext cx="86868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sz="3000">
                <a:latin typeface="Consolas"/>
                <a:ea typeface="Consolas"/>
                <a:cs typeface="Consolas"/>
                <a:sym typeface="Consolas"/>
              </a:rPr>
              <a:t>&lt;meta name="referrer" content="origin"&gt;</a:t>
            </a:r>
            <a:endParaRPr sz="3000">
              <a:latin typeface="Consolas"/>
              <a:ea typeface="Consolas"/>
              <a:cs typeface="Consolas"/>
              <a:sym typeface="Consolas"/>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9"/>
          <p:cNvSpPr txBox="1"/>
          <p:nvPr>
            <p:ph type="title"/>
          </p:nvPr>
        </p:nvSpPr>
        <p:spPr>
          <a:xfrm>
            <a:off x="228600" y="450150"/>
            <a:ext cx="86868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sz="3000">
                <a:latin typeface="Consolas"/>
                <a:ea typeface="Consolas"/>
                <a:cs typeface="Consolas"/>
                <a:sym typeface="Consolas"/>
              </a:rPr>
              <a:t>&lt;meta name="referrer" content="none"&gt;</a:t>
            </a:r>
            <a:endParaRPr sz="3000">
              <a:latin typeface="Consolas"/>
              <a:ea typeface="Consolas"/>
              <a:cs typeface="Consolas"/>
              <a:sym typeface="Consolas"/>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30"/>
          <p:cNvSpPr txBox="1"/>
          <p:nvPr>
            <p:ph type="title"/>
          </p:nvPr>
        </p:nvSpPr>
        <p:spPr>
          <a:xfrm>
            <a:off x="228600" y="450150"/>
            <a:ext cx="86868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sz="3000">
                <a:latin typeface="Consolas"/>
                <a:ea typeface="Consolas"/>
                <a:cs typeface="Consolas"/>
                <a:sym typeface="Consolas"/>
              </a:rPr>
              <a:t>Referrer-Policy: origin</a:t>
            </a:r>
            <a:endParaRPr sz="3000">
              <a:latin typeface="Consolas"/>
              <a:ea typeface="Consolas"/>
              <a:cs typeface="Consolas"/>
              <a:sym typeface="Consolas"/>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31"/>
          <p:cNvSpPr txBox="1"/>
          <p:nvPr>
            <p:ph type="title"/>
          </p:nvPr>
        </p:nvSpPr>
        <p:spPr>
          <a:xfrm>
            <a:off x="228600" y="450150"/>
            <a:ext cx="86868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sz="3000">
                <a:latin typeface="Consolas"/>
                <a:ea typeface="Consolas"/>
                <a:cs typeface="Consolas"/>
                <a:sym typeface="Consolas"/>
              </a:rPr>
              <a:t>Referrer-Policy: </a:t>
            </a:r>
            <a:r>
              <a:rPr lang="en" sz="3000">
                <a:latin typeface="Consolas"/>
                <a:ea typeface="Consolas"/>
                <a:cs typeface="Consolas"/>
                <a:sym typeface="Consolas"/>
              </a:rPr>
              <a:t>no-referrer</a:t>
            </a:r>
            <a:endParaRPr sz="3000">
              <a:latin typeface="Consolas"/>
              <a:ea typeface="Consolas"/>
              <a:cs typeface="Consolas"/>
              <a:sym typeface="Consolas"/>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32"/>
          <p:cNvSpPr txBox="1"/>
          <p:nvPr>
            <p:ph type="title"/>
          </p:nvPr>
        </p:nvSpPr>
        <p:spPr>
          <a:xfrm>
            <a:off x="490250" y="450150"/>
            <a:ext cx="81936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Fingerprinting</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33"/>
          <p:cNvSpPr txBox="1"/>
          <p:nvPr>
            <p:ph type="title"/>
          </p:nvPr>
        </p:nvSpPr>
        <p:spPr>
          <a:xfrm>
            <a:off x="228600" y="450150"/>
            <a:ext cx="86868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sz="3100">
                <a:latin typeface="Consolas"/>
                <a:ea typeface="Consolas"/>
                <a:cs typeface="Consolas"/>
                <a:sym typeface="Consolas"/>
              </a:rPr>
              <a:t>User-Agent</a:t>
            </a:r>
            <a:endParaRPr sz="3100">
              <a:latin typeface="Consolas"/>
              <a:ea typeface="Consolas"/>
              <a:cs typeface="Consolas"/>
              <a:sym typeface="Consolas"/>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34"/>
          <p:cNvSpPr txBox="1"/>
          <p:nvPr>
            <p:ph type="title"/>
          </p:nvPr>
        </p:nvSpPr>
        <p:spPr>
          <a:xfrm>
            <a:off x="228600" y="450150"/>
            <a:ext cx="86868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sz="2100">
                <a:latin typeface="Consolas"/>
                <a:ea typeface="Consolas"/>
                <a:cs typeface="Consolas"/>
                <a:sym typeface="Consolas"/>
              </a:rPr>
              <a:t>Mozilla/5.0 (Linux; {Android Version}; {Build Tag etc.}) </a:t>
            </a:r>
            <a:endParaRPr sz="2100">
              <a:latin typeface="Consolas"/>
              <a:ea typeface="Consolas"/>
              <a:cs typeface="Consolas"/>
              <a:sym typeface="Consolas"/>
            </a:endParaRPr>
          </a:p>
          <a:p>
            <a:pPr indent="0" lvl="0" marL="0" rtl="0" algn="l">
              <a:spcBef>
                <a:spcPts val="0"/>
              </a:spcBef>
              <a:spcAft>
                <a:spcPts val="0"/>
              </a:spcAft>
              <a:buNone/>
            </a:pPr>
            <a:r>
              <a:rPr lang="en" sz="2100">
                <a:latin typeface="Consolas"/>
                <a:ea typeface="Consolas"/>
                <a:cs typeface="Consolas"/>
                <a:sym typeface="Consolas"/>
              </a:rPr>
              <a:t>AppleWebKit/{WebKit Rev} (KHTML, like Gecko)</a:t>
            </a:r>
            <a:endParaRPr sz="2100">
              <a:latin typeface="Consolas"/>
              <a:ea typeface="Consolas"/>
              <a:cs typeface="Consolas"/>
              <a:sym typeface="Consolas"/>
            </a:endParaRPr>
          </a:p>
          <a:p>
            <a:pPr indent="0" lvl="0" marL="0" rtl="0" algn="l">
              <a:spcBef>
                <a:spcPts val="0"/>
              </a:spcBef>
              <a:spcAft>
                <a:spcPts val="0"/>
              </a:spcAft>
              <a:buNone/>
            </a:pPr>
            <a:r>
              <a:rPr lang="en" sz="2100">
                <a:latin typeface="Consolas"/>
                <a:ea typeface="Consolas"/>
                <a:cs typeface="Consolas"/>
                <a:sym typeface="Consolas"/>
              </a:rPr>
              <a:t>Chrome/{Chrome Rev} Mobile Safari/{WebKit Rev}</a:t>
            </a:r>
            <a:endParaRPr sz="2100">
              <a:latin typeface="Consolas"/>
              <a:ea typeface="Consolas"/>
              <a:cs typeface="Consolas"/>
              <a:sym typeface="Consolas"/>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64" name="Shape 164"/>
        <p:cNvGrpSpPr/>
        <p:nvPr/>
      </p:nvGrpSpPr>
      <p:grpSpPr>
        <a:xfrm>
          <a:off x="0" y="0"/>
          <a:ext cx="0" cy="0"/>
          <a:chOff x="0" y="0"/>
          <a:chExt cx="0" cy="0"/>
        </a:xfrm>
      </p:grpSpPr>
      <p:sp>
        <p:nvSpPr>
          <p:cNvPr id="165" name="Google Shape;165;p35"/>
          <p:cNvSpPr txBox="1"/>
          <p:nvPr>
            <p:ph type="title"/>
          </p:nvPr>
        </p:nvSpPr>
        <p:spPr>
          <a:xfrm>
            <a:off x="490250" y="450150"/>
            <a:ext cx="81936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break</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36"/>
          <p:cNvSpPr txBox="1"/>
          <p:nvPr>
            <p:ph type="title"/>
          </p:nvPr>
        </p:nvSpPr>
        <p:spPr>
          <a:xfrm>
            <a:off x="490250" y="450150"/>
            <a:ext cx="81936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Session Cookies</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37"/>
          <p:cNvSpPr txBox="1"/>
          <p:nvPr>
            <p:ph type="title"/>
          </p:nvPr>
        </p:nvSpPr>
        <p:spPr>
          <a:xfrm>
            <a:off x="490250" y="450150"/>
            <a:ext cx="81936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sz="3100">
                <a:latin typeface="Consolas"/>
                <a:ea typeface="Consolas"/>
                <a:cs typeface="Consolas"/>
                <a:sym typeface="Consolas"/>
              </a:rPr>
              <a:t>HTTP/3 200</a:t>
            </a:r>
            <a:endParaRPr sz="3100">
              <a:latin typeface="Consolas"/>
              <a:ea typeface="Consolas"/>
              <a:cs typeface="Consolas"/>
              <a:sym typeface="Consolas"/>
            </a:endParaRPr>
          </a:p>
          <a:p>
            <a:pPr indent="0" lvl="0" marL="0" rtl="0" algn="l">
              <a:spcBef>
                <a:spcPts val="0"/>
              </a:spcBef>
              <a:spcAft>
                <a:spcPts val="0"/>
              </a:spcAft>
              <a:buNone/>
            </a:pPr>
            <a:r>
              <a:rPr lang="en" sz="3100">
                <a:latin typeface="Consolas"/>
                <a:ea typeface="Consolas"/>
                <a:cs typeface="Consolas"/>
                <a:sym typeface="Consolas"/>
              </a:rPr>
              <a:t>Set-Cookie: session=1234abcd</a:t>
            </a:r>
            <a:endParaRPr sz="3100">
              <a:latin typeface="Consolas"/>
              <a:ea typeface="Consolas"/>
              <a:cs typeface="Consolas"/>
              <a:sym typeface="Consolas"/>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38"/>
          <p:cNvSpPr txBox="1"/>
          <p:nvPr>
            <p:ph type="title"/>
          </p:nvPr>
        </p:nvSpPr>
        <p:spPr>
          <a:xfrm>
            <a:off x="490250" y="450150"/>
            <a:ext cx="81936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sz="3100">
                <a:latin typeface="Consolas"/>
                <a:ea typeface="Consolas"/>
                <a:cs typeface="Consolas"/>
                <a:sym typeface="Consolas"/>
              </a:rPr>
              <a:t>GET / HTTP/3</a:t>
            </a:r>
            <a:endParaRPr sz="3100">
              <a:latin typeface="Consolas"/>
              <a:ea typeface="Consolas"/>
              <a:cs typeface="Consolas"/>
              <a:sym typeface="Consolas"/>
            </a:endParaRPr>
          </a:p>
          <a:p>
            <a:pPr indent="0" lvl="0" marL="0" rtl="0" algn="l">
              <a:spcBef>
                <a:spcPts val="0"/>
              </a:spcBef>
              <a:spcAft>
                <a:spcPts val="0"/>
              </a:spcAft>
              <a:buNone/>
            </a:pPr>
            <a:r>
              <a:rPr lang="en" sz="3100">
                <a:latin typeface="Consolas"/>
                <a:ea typeface="Consolas"/>
                <a:cs typeface="Consolas"/>
                <a:sym typeface="Consolas"/>
              </a:rPr>
              <a:t>Cookie: session=1234abcd</a:t>
            </a:r>
            <a:endParaRPr sz="3100">
              <a:latin typeface="Consolas"/>
              <a:ea typeface="Consolas"/>
              <a:cs typeface="Consolas"/>
              <a:sym typeface="Consolas"/>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39"/>
          <p:cNvSpPr txBox="1"/>
          <p:nvPr>
            <p:ph type="title"/>
          </p:nvPr>
        </p:nvSpPr>
        <p:spPr>
          <a:xfrm>
            <a:off x="490250" y="450150"/>
            <a:ext cx="81936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Tracking Cookies</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40"/>
          <p:cNvSpPr txBox="1"/>
          <p:nvPr>
            <p:ph type="title"/>
          </p:nvPr>
        </p:nvSpPr>
        <p:spPr>
          <a:xfrm>
            <a:off x="228600" y="450150"/>
            <a:ext cx="86868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sz="2300">
                <a:latin typeface="Consolas"/>
                <a:ea typeface="Consolas"/>
                <a:cs typeface="Consolas"/>
                <a:sym typeface="Consolas"/>
              </a:rPr>
              <a:t>Set-Cookie</a:t>
            </a:r>
            <a:r>
              <a:rPr lang="en" sz="2300">
                <a:latin typeface="Consolas"/>
                <a:ea typeface="Consolas"/>
                <a:cs typeface="Consolas"/>
                <a:sym typeface="Consolas"/>
              </a:rPr>
              <a:t>: _ga=GA1.2.0123456789.0; max-age=</a:t>
            </a:r>
            <a:r>
              <a:rPr lang="en" sz="2300">
                <a:latin typeface="Consolas"/>
                <a:ea typeface="Consolas"/>
                <a:cs typeface="Consolas"/>
                <a:sym typeface="Consolas"/>
              </a:rPr>
              <a:t>63072000</a:t>
            </a:r>
            <a:endParaRPr sz="2300">
              <a:latin typeface="Consolas"/>
              <a:ea typeface="Consolas"/>
              <a:cs typeface="Consolas"/>
              <a:sym typeface="Consolas"/>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41"/>
          <p:cNvSpPr txBox="1"/>
          <p:nvPr>
            <p:ph type="title"/>
          </p:nvPr>
        </p:nvSpPr>
        <p:spPr>
          <a:xfrm>
            <a:off x="490250" y="450150"/>
            <a:ext cx="81936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Tracking Parameters</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42"/>
          <p:cNvSpPr txBox="1"/>
          <p:nvPr>
            <p:ph type="title"/>
          </p:nvPr>
        </p:nvSpPr>
        <p:spPr>
          <a:xfrm>
            <a:off x="228600" y="450150"/>
            <a:ext cx="86868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sz="1600">
                <a:latin typeface="Consolas"/>
                <a:ea typeface="Consolas"/>
                <a:cs typeface="Consolas"/>
                <a:sym typeface="Consolas"/>
              </a:rPr>
              <a:t>https://example.com/ad_engagement?click_id=YmVhODI1MmZmNGU4&amp;campaign_id=23</a:t>
            </a:r>
            <a:endParaRPr sz="1600">
              <a:latin typeface="Consolas"/>
              <a:ea typeface="Consolas"/>
              <a:cs typeface="Consolas"/>
              <a:sym typeface="Consolas"/>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43"/>
          <p:cNvSpPr txBox="1"/>
          <p:nvPr>
            <p:ph type="title"/>
          </p:nvPr>
        </p:nvSpPr>
        <p:spPr>
          <a:xfrm>
            <a:off x="228600" y="450150"/>
            <a:ext cx="86868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sz="1600">
                <a:latin typeface="Consolas"/>
                <a:ea typeface="Consolas"/>
                <a:cs typeface="Consolas"/>
                <a:sym typeface="Consolas"/>
              </a:rPr>
              <a:t>https://example.com/ad_engagement?</a:t>
            </a:r>
            <a:r>
              <a:rPr lang="en" sz="1600">
                <a:solidFill>
                  <a:srgbClr val="FFFF00"/>
                </a:solidFill>
                <a:latin typeface="Consolas"/>
                <a:ea typeface="Consolas"/>
                <a:cs typeface="Consolas"/>
                <a:sym typeface="Consolas"/>
              </a:rPr>
              <a:t>click_id=YmVhODI1MmZmNGU4</a:t>
            </a:r>
            <a:r>
              <a:rPr lang="en" sz="1600">
                <a:latin typeface="Consolas"/>
                <a:ea typeface="Consolas"/>
                <a:cs typeface="Consolas"/>
                <a:sym typeface="Consolas"/>
              </a:rPr>
              <a:t>&amp;campaign_id=23</a:t>
            </a:r>
            <a:endParaRPr sz="1600">
              <a:latin typeface="Consolas"/>
              <a:ea typeface="Consolas"/>
              <a:cs typeface="Consolas"/>
              <a:sym typeface="Consolas"/>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44"/>
          <p:cNvSpPr txBox="1"/>
          <p:nvPr>
            <p:ph type="title"/>
          </p:nvPr>
        </p:nvSpPr>
        <p:spPr>
          <a:xfrm>
            <a:off x="228600" y="450150"/>
            <a:ext cx="86868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sz="1600">
                <a:latin typeface="Consolas"/>
                <a:ea typeface="Consolas"/>
                <a:cs typeface="Consolas"/>
                <a:sym typeface="Consolas"/>
              </a:rPr>
              <a:t>https://example.com/ad_engagement?campaign_id=23</a:t>
            </a:r>
            <a:endParaRPr sz="1600">
              <a:latin typeface="Consolas"/>
              <a:ea typeface="Consolas"/>
              <a:cs typeface="Consolas"/>
              <a:sym typeface="Consolas"/>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45"/>
          <p:cNvSpPr txBox="1"/>
          <p:nvPr>
            <p:ph type="title"/>
          </p:nvPr>
        </p:nvSpPr>
        <p:spPr>
          <a:xfrm>
            <a:off x="490250" y="450150"/>
            <a:ext cx="81936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Third-Party</a:t>
            </a:r>
            <a:r>
              <a:rPr lang="en"/>
              <a:t> Cookies</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46"/>
          <p:cNvSpPr txBox="1"/>
          <p:nvPr>
            <p:ph type="title"/>
          </p:nvPr>
        </p:nvSpPr>
        <p:spPr>
          <a:xfrm>
            <a:off x="490250" y="450150"/>
            <a:ext cx="8193600" cy="4090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2600">
                <a:latin typeface="Consolas"/>
                <a:ea typeface="Consolas"/>
                <a:cs typeface="Consolas"/>
                <a:sym typeface="Consolas"/>
              </a:rPr>
              <a:t>&lt;!DOCTYPE html&gt;</a:t>
            </a:r>
            <a:endParaRPr sz="2600">
              <a:latin typeface="Consolas"/>
              <a:ea typeface="Consolas"/>
              <a:cs typeface="Consolas"/>
              <a:sym typeface="Consolas"/>
            </a:endParaRPr>
          </a:p>
          <a:p>
            <a:pPr indent="0" lvl="0" marL="0" rtl="0" algn="l">
              <a:spcBef>
                <a:spcPts val="0"/>
              </a:spcBef>
              <a:spcAft>
                <a:spcPts val="0"/>
              </a:spcAft>
              <a:buNone/>
            </a:pPr>
            <a:r>
              <a:t/>
            </a:r>
            <a:endParaRPr sz="2600">
              <a:latin typeface="Consolas"/>
              <a:ea typeface="Consolas"/>
              <a:cs typeface="Consolas"/>
              <a:sym typeface="Consolas"/>
            </a:endParaRPr>
          </a:p>
          <a:p>
            <a:pPr indent="0" lvl="0" marL="0" rtl="0" algn="l">
              <a:spcBef>
                <a:spcPts val="0"/>
              </a:spcBef>
              <a:spcAft>
                <a:spcPts val="0"/>
              </a:spcAft>
              <a:buNone/>
            </a:pPr>
            <a:r>
              <a:rPr lang="en" sz="2600">
                <a:latin typeface="Consolas"/>
                <a:ea typeface="Consolas"/>
                <a:cs typeface="Consolas"/>
                <a:sym typeface="Consolas"/>
              </a:rPr>
              <a:t>&lt;html&gt;</a:t>
            </a:r>
            <a:endParaRPr sz="2600">
              <a:latin typeface="Consolas"/>
              <a:ea typeface="Consolas"/>
              <a:cs typeface="Consolas"/>
              <a:sym typeface="Consolas"/>
            </a:endParaRPr>
          </a:p>
          <a:p>
            <a:pPr indent="0" lvl="0" marL="0" rtl="0" algn="l">
              <a:spcBef>
                <a:spcPts val="0"/>
              </a:spcBef>
              <a:spcAft>
                <a:spcPts val="0"/>
              </a:spcAft>
              <a:buNone/>
            </a:pPr>
            <a:r>
              <a:rPr lang="en" sz="2600">
                <a:latin typeface="Consolas"/>
                <a:ea typeface="Consolas"/>
                <a:cs typeface="Consolas"/>
                <a:sym typeface="Consolas"/>
              </a:rPr>
              <a:t>  &lt;head&gt;</a:t>
            </a:r>
            <a:endParaRPr sz="2600">
              <a:latin typeface="Consolas"/>
              <a:ea typeface="Consolas"/>
              <a:cs typeface="Consolas"/>
              <a:sym typeface="Consolas"/>
            </a:endParaRPr>
          </a:p>
          <a:p>
            <a:pPr indent="0" lvl="0" marL="0" rtl="0" algn="l">
              <a:spcBef>
                <a:spcPts val="0"/>
              </a:spcBef>
              <a:spcAft>
                <a:spcPts val="0"/>
              </a:spcAft>
              <a:buNone/>
            </a:pPr>
            <a:r>
              <a:rPr lang="en" sz="2600">
                <a:latin typeface="Consolas"/>
                <a:ea typeface="Consolas"/>
                <a:cs typeface="Consolas"/>
                <a:sym typeface="Consolas"/>
              </a:rPr>
              <a:t>    &lt;title&gt;</a:t>
            </a:r>
            <a:r>
              <a:rPr lang="en" sz="2600">
                <a:solidFill>
                  <a:srgbClr val="FFFF00"/>
                </a:solidFill>
                <a:latin typeface="Consolas"/>
                <a:ea typeface="Consolas"/>
                <a:cs typeface="Consolas"/>
                <a:sym typeface="Consolas"/>
              </a:rPr>
              <a:t>Harvard</a:t>
            </a:r>
            <a:r>
              <a:rPr lang="en" sz="2600">
                <a:latin typeface="Consolas"/>
                <a:ea typeface="Consolas"/>
                <a:cs typeface="Consolas"/>
                <a:sym typeface="Consolas"/>
              </a:rPr>
              <a:t>&lt;/title&gt;</a:t>
            </a:r>
            <a:endParaRPr sz="2600">
              <a:latin typeface="Consolas"/>
              <a:ea typeface="Consolas"/>
              <a:cs typeface="Consolas"/>
              <a:sym typeface="Consolas"/>
            </a:endParaRPr>
          </a:p>
          <a:p>
            <a:pPr indent="0" lvl="0" marL="0" rtl="0" algn="l">
              <a:spcBef>
                <a:spcPts val="0"/>
              </a:spcBef>
              <a:spcAft>
                <a:spcPts val="0"/>
              </a:spcAft>
              <a:buNone/>
            </a:pPr>
            <a:r>
              <a:rPr lang="en" sz="2600">
                <a:latin typeface="Consolas"/>
                <a:ea typeface="Consolas"/>
                <a:cs typeface="Consolas"/>
                <a:sym typeface="Consolas"/>
              </a:rPr>
              <a:t>  &lt;/head&gt;</a:t>
            </a:r>
            <a:endParaRPr sz="2600">
              <a:latin typeface="Consolas"/>
              <a:ea typeface="Consolas"/>
              <a:cs typeface="Consolas"/>
              <a:sym typeface="Consolas"/>
            </a:endParaRPr>
          </a:p>
          <a:p>
            <a:pPr indent="0" lvl="0" marL="0" rtl="0" algn="l">
              <a:spcBef>
                <a:spcPts val="0"/>
              </a:spcBef>
              <a:spcAft>
                <a:spcPts val="0"/>
              </a:spcAft>
              <a:buNone/>
            </a:pPr>
            <a:r>
              <a:rPr lang="en" sz="2600">
                <a:latin typeface="Consolas"/>
                <a:ea typeface="Consolas"/>
                <a:cs typeface="Consolas"/>
                <a:sym typeface="Consolas"/>
              </a:rPr>
              <a:t>  &lt;body&gt;</a:t>
            </a:r>
            <a:endParaRPr sz="2600">
              <a:latin typeface="Consolas"/>
              <a:ea typeface="Consolas"/>
              <a:cs typeface="Consolas"/>
              <a:sym typeface="Consolas"/>
            </a:endParaRPr>
          </a:p>
          <a:p>
            <a:pPr indent="0" lvl="0" marL="0" rtl="0" algn="l">
              <a:spcBef>
                <a:spcPts val="0"/>
              </a:spcBef>
              <a:spcAft>
                <a:spcPts val="0"/>
              </a:spcAft>
              <a:buNone/>
            </a:pPr>
            <a:r>
              <a:rPr lang="en" sz="2600">
                <a:latin typeface="Consolas"/>
                <a:ea typeface="Consolas"/>
                <a:cs typeface="Consolas"/>
                <a:sym typeface="Consolas"/>
              </a:rPr>
              <a:t>     &lt;img src="</a:t>
            </a:r>
            <a:r>
              <a:rPr lang="en" sz="2600">
                <a:solidFill>
                  <a:srgbClr val="FFFF00"/>
                </a:solidFill>
                <a:latin typeface="Consolas"/>
                <a:ea typeface="Consolas"/>
                <a:cs typeface="Consolas"/>
                <a:sym typeface="Consolas"/>
              </a:rPr>
              <a:t>https://example.com/ad.gif</a:t>
            </a:r>
            <a:r>
              <a:rPr lang="en" sz="2600">
                <a:latin typeface="Consolas"/>
                <a:ea typeface="Consolas"/>
                <a:cs typeface="Consolas"/>
                <a:sym typeface="Consolas"/>
              </a:rPr>
              <a:t>"&gt;</a:t>
            </a:r>
            <a:endParaRPr sz="2600">
              <a:latin typeface="Consolas"/>
              <a:ea typeface="Consolas"/>
              <a:cs typeface="Consolas"/>
              <a:sym typeface="Consolas"/>
            </a:endParaRPr>
          </a:p>
          <a:p>
            <a:pPr indent="0" lvl="0" marL="0" rtl="0" algn="l">
              <a:spcBef>
                <a:spcPts val="0"/>
              </a:spcBef>
              <a:spcAft>
                <a:spcPts val="0"/>
              </a:spcAft>
              <a:buNone/>
            </a:pPr>
            <a:r>
              <a:rPr lang="en" sz="2600">
                <a:latin typeface="Consolas"/>
                <a:ea typeface="Consolas"/>
                <a:cs typeface="Consolas"/>
                <a:sym typeface="Consolas"/>
              </a:rPr>
              <a:t>  &lt;/body&gt;</a:t>
            </a:r>
            <a:endParaRPr sz="2600">
              <a:latin typeface="Consolas"/>
              <a:ea typeface="Consolas"/>
              <a:cs typeface="Consolas"/>
              <a:sym typeface="Consolas"/>
            </a:endParaRPr>
          </a:p>
          <a:p>
            <a:pPr indent="0" lvl="0" marL="0" rtl="0" algn="l">
              <a:spcBef>
                <a:spcPts val="0"/>
              </a:spcBef>
              <a:spcAft>
                <a:spcPts val="0"/>
              </a:spcAft>
              <a:buNone/>
            </a:pPr>
            <a:r>
              <a:rPr lang="en" sz="2600">
                <a:latin typeface="Consolas"/>
                <a:ea typeface="Consolas"/>
                <a:cs typeface="Consolas"/>
                <a:sym typeface="Consolas"/>
              </a:rPr>
              <a:t>&lt;/html&gt;</a:t>
            </a:r>
            <a:endParaRPr sz="2600">
              <a:latin typeface="Consolas"/>
              <a:ea typeface="Consolas"/>
              <a:cs typeface="Consolas"/>
              <a:sym typeface="Consolas"/>
            </a:endParaRPr>
          </a:p>
          <a:p>
            <a:pPr indent="0" lvl="0" marL="0" rtl="0" algn="l">
              <a:spcBef>
                <a:spcPts val="0"/>
              </a:spcBef>
              <a:spcAft>
                <a:spcPts val="0"/>
              </a:spcAft>
              <a:buNone/>
            </a:pPr>
            <a:r>
              <a:t/>
            </a:r>
            <a:endParaRPr sz="2600">
              <a:latin typeface="Consolas"/>
              <a:ea typeface="Consolas"/>
              <a:cs typeface="Consolas"/>
              <a:sym typeface="Consolas"/>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47"/>
          <p:cNvSpPr txBox="1"/>
          <p:nvPr>
            <p:ph type="title"/>
          </p:nvPr>
        </p:nvSpPr>
        <p:spPr>
          <a:xfrm>
            <a:off x="490250" y="450150"/>
            <a:ext cx="8193600" cy="4090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2600">
                <a:latin typeface="Consolas"/>
                <a:ea typeface="Consolas"/>
                <a:cs typeface="Consolas"/>
                <a:sym typeface="Consolas"/>
              </a:rPr>
              <a:t>&lt;!DOCTYPE html&gt;</a:t>
            </a:r>
            <a:endParaRPr sz="2600">
              <a:latin typeface="Consolas"/>
              <a:ea typeface="Consolas"/>
              <a:cs typeface="Consolas"/>
              <a:sym typeface="Consolas"/>
            </a:endParaRPr>
          </a:p>
          <a:p>
            <a:pPr indent="0" lvl="0" marL="0" rtl="0" algn="l">
              <a:spcBef>
                <a:spcPts val="0"/>
              </a:spcBef>
              <a:spcAft>
                <a:spcPts val="0"/>
              </a:spcAft>
              <a:buNone/>
            </a:pPr>
            <a:r>
              <a:t/>
            </a:r>
            <a:endParaRPr sz="2600">
              <a:latin typeface="Consolas"/>
              <a:ea typeface="Consolas"/>
              <a:cs typeface="Consolas"/>
              <a:sym typeface="Consolas"/>
            </a:endParaRPr>
          </a:p>
          <a:p>
            <a:pPr indent="0" lvl="0" marL="0" rtl="0" algn="l">
              <a:spcBef>
                <a:spcPts val="0"/>
              </a:spcBef>
              <a:spcAft>
                <a:spcPts val="0"/>
              </a:spcAft>
              <a:buNone/>
            </a:pPr>
            <a:r>
              <a:rPr lang="en" sz="2600">
                <a:latin typeface="Consolas"/>
                <a:ea typeface="Consolas"/>
                <a:cs typeface="Consolas"/>
                <a:sym typeface="Consolas"/>
              </a:rPr>
              <a:t>&lt;html&gt;</a:t>
            </a:r>
            <a:endParaRPr sz="2600">
              <a:latin typeface="Consolas"/>
              <a:ea typeface="Consolas"/>
              <a:cs typeface="Consolas"/>
              <a:sym typeface="Consolas"/>
            </a:endParaRPr>
          </a:p>
          <a:p>
            <a:pPr indent="0" lvl="0" marL="0" rtl="0" algn="l">
              <a:spcBef>
                <a:spcPts val="0"/>
              </a:spcBef>
              <a:spcAft>
                <a:spcPts val="0"/>
              </a:spcAft>
              <a:buNone/>
            </a:pPr>
            <a:r>
              <a:rPr lang="en" sz="2600">
                <a:latin typeface="Consolas"/>
                <a:ea typeface="Consolas"/>
                <a:cs typeface="Consolas"/>
                <a:sym typeface="Consolas"/>
              </a:rPr>
              <a:t>  &lt;head&gt;</a:t>
            </a:r>
            <a:endParaRPr sz="2600">
              <a:latin typeface="Consolas"/>
              <a:ea typeface="Consolas"/>
              <a:cs typeface="Consolas"/>
              <a:sym typeface="Consolas"/>
            </a:endParaRPr>
          </a:p>
          <a:p>
            <a:pPr indent="0" lvl="0" marL="0" rtl="0" algn="l">
              <a:spcBef>
                <a:spcPts val="0"/>
              </a:spcBef>
              <a:spcAft>
                <a:spcPts val="0"/>
              </a:spcAft>
              <a:buNone/>
            </a:pPr>
            <a:r>
              <a:rPr lang="en" sz="2600">
                <a:latin typeface="Consolas"/>
                <a:ea typeface="Consolas"/>
                <a:cs typeface="Consolas"/>
                <a:sym typeface="Consolas"/>
              </a:rPr>
              <a:t>    &lt;title&gt;</a:t>
            </a:r>
            <a:r>
              <a:rPr lang="en" sz="2600">
                <a:solidFill>
                  <a:srgbClr val="FFFF00"/>
                </a:solidFill>
                <a:latin typeface="Consolas"/>
                <a:ea typeface="Consolas"/>
                <a:cs typeface="Consolas"/>
                <a:sym typeface="Consolas"/>
              </a:rPr>
              <a:t>Yale</a:t>
            </a:r>
            <a:r>
              <a:rPr lang="en" sz="2600">
                <a:latin typeface="Consolas"/>
                <a:ea typeface="Consolas"/>
                <a:cs typeface="Consolas"/>
                <a:sym typeface="Consolas"/>
              </a:rPr>
              <a:t>&lt;/title&gt;</a:t>
            </a:r>
            <a:endParaRPr sz="2600">
              <a:latin typeface="Consolas"/>
              <a:ea typeface="Consolas"/>
              <a:cs typeface="Consolas"/>
              <a:sym typeface="Consolas"/>
            </a:endParaRPr>
          </a:p>
          <a:p>
            <a:pPr indent="0" lvl="0" marL="0" rtl="0" algn="l">
              <a:spcBef>
                <a:spcPts val="0"/>
              </a:spcBef>
              <a:spcAft>
                <a:spcPts val="0"/>
              </a:spcAft>
              <a:buNone/>
            </a:pPr>
            <a:r>
              <a:rPr lang="en" sz="2600">
                <a:latin typeface="Consolas"/>
                <a:ea typeface="Consolas"/>
                <a:cs typeface="Consolas"/>
                <a:sym typeface="Consolas"/>
              </a:rPr>
              <a:t>  &lt;/head&gt;</a:t>
            </a:r>
            <a:endParaRPr sz="2600">
              <a:latin typeface="Consolas"/>
              <a:ea typeface="Consolas"/>
              <a:cs typeface="Consolas"/>
              <a:sym typeface="Consolas"/>
            </a:endParaRPr>
          </a:p>
          <a:p>
            <a:pPr indent="0" lvl="0" marL="0" rtl="0" algn="l">
              <a:spcBef>
                <a:spcPts val="0"/>
              </a:spcBef>
              <a:spcAft>
                <a:spcPts val="0"/>
              </a:spcAft>
              <a:buNone/>
            </a:pPr>
            <a:r>
              <a:rPr lang="en" sz="2600">
                <a:latin typeface="Consolas"/>
                <a:ea typeface="Consolas"/>
                <a:cs typeface="Consolas"/>
                <a:sym typeface="Consolas"/>
              </a:rPr>
              <a:t>  &lt;body&gt;</a:t>
            </a:r>
            <a:endParaRPr sz="2600">
              <a:latin typeface="Consolas"/>
              <a:ea typeface="Consolas"/>
              <a:cs typeface="Consolas"/>
              <a:sym typeface="Consolas"/>
            </a:endParaRPr>
          </a:p>
          <a:p>
            <a:pPr indent="0" lvl="0" marL="0" rtl="0" algn="l">
              <a:spcBef>
                <a:spcPts val="0"/>
              </a:spcBef>
              <a:spcAft>
                <a:spcPts val="0"/>
              </a:spcAft>
              <a:buNone/>
            </a:pPr>
            <a:r>
              <a:rPr lang="en" sz="2600">
                <a:latin typeface="Consolas"/>
                <a:ea typeface="Consolas"/>
                <a:cs typeface="Consolas"/>
                <a:sym typeface="Consolas"/>
              </a:rPr>
              <a:t>     &lt;img src="</a:t>
            </a:r>
            <a:r>
              <a:rPr lang="en" sz="2600">
                <a:solidFill>
                  <a:srgbClr val="FFFF00"/>
                </a:solidFill>
                <a:latin typeface="Consolas"/>
                <a:ea typeface="Consolas"/>
                <a:cs typeface="Consolas"/>
                <a:sym typeface="Consolas"/>
              </a:rPr>
              <a:t>https://example.com/ad.gif</a:t>
            </a:r>
            <a:r>
              <a:rPr lang="en" sz="2600">
                <a:latin typeface="Consolas"/>
                <a:ea typeface="Consolas"/>
                <a:cs typeface="Consolas"/>
                <a:sym typeface="Consolas"/>
              </a:rPr>
              <a:t>"&gt;</a:t>
            </a:r>
            <a:endParaRPr sz="2600">
              <a:latin typeface="Consolas"/>
              <a:ea typeface="Consolas"/>
              <a:cs typeface="Consolas"/>
              <a:sym typeface="Consolas"/>
            </a:endParaRPr>
          </a:p>
          <a:p>
            <a:pPr indent="0" lvl="0" marL="0" rtl="0" algn="l">
              <a:spcBef>
                <a:spcPts val="0"/>
              </a:spcBef>
              <a:spcAft>
                <a:spcPts val="0"/>
              </a:spcAft>
              <a:buNone/>
            </a:pPr>
            <a:r>
              <a:rPr lang="en" sz="2600">
                <a:latin typeface="Consolas"/>
                <a:ea typeface="Consolas"/>
                <a:cs typeface="Consolas"/>
                <a:sym typeface="Consolas"/>
              </a:rPr>
              <a:t>  &lt;/body&gt;</a:t>
            </a:r>
            <a:endParaRPr sz="2600">
              <a:latin typeface="Consolas"/>
              <a:ea typeface="Consolas"/>
              <a:cs typeface="Consolas"/>
              <a:sym typeface="Consolas"/>
            </a:endParaRPr>
          </a:p>
          <a:p>
            <a:pPr indent="0" lvl="0" marL="0" rtl="0" algn="l">
              <a:spcBef>
                <a:spcPts val="0"/>
              </a:spcBef>
              <a:spcAft>
                <a:spcPts val="0"/>
              </a:spcAft>
              <a:buNone/>
            </a:pPr>
            <a:r>
              <a:rPr lang="en" sz="2600">
                <a:latin typeface="Consolas"/>
                <a:ea typeface="Consolas"/>
                <a:cs typeface="Consolas"/>
                <a:sym typeface="Consolas"/>
              </a:rPr>
              <a:t>&lt;/html&gt;</a:t>
            </a:r>
            <a:endParaRPr sz="2600">
              <a:latin typeface="Consolas"/>
              <a:ea typeface="Consolas"/>
              <a:cs typeface="Consolas"/>
              <a:sym typeface="Consolas"/>
            </a:endParaRPr>
          </a:p>
          <a:p>
            <a:pPr indent="0" lvl="0" marL="0" rtl="0" algn="l">
              <a:spcBef>
                <a:spcPts val="0"/>
              </a:spcBef>
              <a:spcAft>
                <a:spcPts val="0"/>
              </a:spcAft>
              <a:buNone/>
            </a:pPr>
            <a:r>
              <a:t/>
            </a:r>
            <a:endParaRPr sz="2600">
              <a:latin typeface="Consolas"/>
              <a:ea typeface="Consolas"/>
              <a:cs typeface="Consolas"/>
              <a:sym typeface="Consolas"/>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48"/>
          <p:cNvSpPr txBox="1"/>
          <p:nvPr>
            <p:ph type="title"/>
          </p:nvPr>
        </p:nvSpPr>
        <p:spPr>
          <a:xfrm>
            <a:off x="490250" y="450150"/>
            <a:ext cx="8193600" cy="4090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2600">
                <a:latin typeface="Consolas"/>
                <a:ea typeface="Consolas"/>
                <a:cs typeface="Consolas"/>
                <a:sym typeface="Consolas"/>
              </a:rPr>
              <a:t>&lt;!DOCTYPE html&gt;</a:t>
            </a:r>
            <a:endParaRPr sz="2600">
              <a:latin typeface="Consolas"/>
              <a:ea typeface="Consolas"/>
              <a:cs typeface="Consolas"/>
              <a:sym typeface="Consolas"/>
            </a:endParaRPr>
          </a:p>
          <a:p>
            <a:pPr indent="0" lvl="0" marL="0" rtl="0" algn="l">
              <a:spcBef>
                <a:spcPts val="0"/>
              </a:spcBef>
              <a:spcAft>
                <a:spcPts val="0"/>
              </a:spcAft>
              <a:buNone/>
            </a:pPr>
            <a:r>
              <a:t/>
            </a:r>
            <a:endParaRPr sz="2600">
              <a:latin typeface="Consolas"/>
              <a:ea typeface="Consolas"/>
              <a:cs typeface="Consolas"/>
              <a:sym typeface="Consolas"/>
            </a:endParaRPr>
          </a:p>
          <a:p>
            <a:pPr indent="0" lvl="0" marL="0" rtl="0" algn="l">
              <a:spcBef>
                <a:spcPts val="0"/>
              </a:spcBef>
              <a:spcAft>
                <a:spcPts val="0"/>
              </a:spcAft>
              <a:buNone/>
            </a:pPr>
            <a:r>
              <a:rPr lang="en" sz="2600">
                <a:latin typeface="Consolas"/>
                <a:ea typeface="Consolas"/>
                <a:cs typeface="Consolas"/>
                <a:sym typeface="Consolas"/>
              </a:rPr>
              <a:t>&lt;html&gt;</a:t>
            </a:r>
            <a:endParaRPr sz="2600">
              <a:latin typeface="Consolas"/>
              <a:ea typeface="Consolas"/>
              <a:cs typeface="Consolas"/>
              <a:sym typeface="Consolas"/>
            </a:endParaRPr>
          </a:p>
          <a:p>
            <a:pPr indent="0" lvl="0" marL="0" rtl="0" algn="l">
              <a:spcBef>
                <a:spcPts val="0"/>
              </a:spcBef>
              <a:spcAft>
                <a:spcPts val="0"/>
              </a:spcAft>
              <a:buNone/>
            </a:pPr>
            <a:r>
              <a:rPr lang="en" sz="2600">
                <a:latin typeface="Consolas"/>
                <a:ea typeface="Consolas"/>
                <a:cs typeface="Consolas"/>
                <a:sym typeface="Consolas"/>
              </a:rPr>
              <a:t>  &lt;head&gt;</a:t>
            </a:r>
            <a:endParaRPr sz="2600">
              <a:latin typeface="Consolas"/>
              <a:ea typeface="Consolas"/>
              <a:cs typeface="Consolas"/>
              <a:sym typeface="Consolas"/>
            </a:endParaRPr>
          </a:p>
          <a:p>
            <a:pPr indent="0" lvl="0" marL="0" rtl="0" algn="l">
              <a:spcBef>
                <a:spcPts val="0"/>
              </a:spcBef>
              <a:spcAft>
                <a:spcPts val="0"/>
              </a:spcAft>
              <a:buNone/>
            </a:pPr>
            <a:r>
              <a:rPr lang="en" sz="2600">
                <a:latin typeface="Consolas"/>
                <a:ea typeface="Consolas"/>
                <a:cs typeface="Consolas"/>
                <a:sym typeface="Consolas"/>
              </a:rPr>
              <a:t>    &lt;title&gt;</a:t>
            </a:r>
            <a:r>
              <a:rPr lang="en" sz="2600">
                <a:solidFill>
                  <a:srgbClr val="FFFF00"/>
                </a:solidFill>
                <a:latin typeface="Consolas"/>
                <a:ea typeface="Consolas"/>
                <a:cs typeface="Consolas"/>
                <a:sym typeface="Consolas"/>
              </a:rPr>
              <a:t>Stanford</a:t>
            </a:r>
            <a:r>
              <a:rPr lang="en" sz="2600">
                <a:latin typeface="Consolas"/>
                <a:ea typeface="Consolas"/>
                <a:cs typeface="Consolas"/>
                <a:sym typeface="Consolas"/>
              </a:rPr>
              <a:t>&lt;/title&gt;</a:t>
            </a:r>
            <a:endParaRPr sz="2600">
              <a:latin typeface="Consolas"/>
              <a:ea typeface="Consolas"/>
              <a:cs typeface="Consolas"/>
              <a:sym typeface="Consolas"/>
            </a:endParaRPr>
          </a:p>
          <a:p>
            <a:pPr indent="0" lvl="0" marL="0" rtl="0" algn="l">
              <a:spcBef>
                <a:spcPts val="0"/>
              </a:spcBef>
              <a:spcAft>
                <a:spcPts val="0"/>
              </a:spcAft>
              <a:buNone/>
            </a:pPr>
            <a:r>
              <a:rPr lang="en" sz="2600">
                <a:latin typeface="Consolas"/>
                <a:ea typeface="Consolas"/>
                <a:cs typeface="Consolas"/>
                <a:sym typeface="Consolas"/>
              </a:rPr>
              <a:t>  &lt;/head&gt;</a:t>
            </a:r>
            <a:endParaRPr sz="2600">
              <a:latin typeface="Consolas"/>
              <a:ea typeface="Consolas"/>
              <a:cs typeface="Consolas"/>
              <a:sym typeface="Consolas"/>
            </a:endParaRPr>
          </a:p>
          <a:p>
            <a:pPr indent="0" lvl="0" marL="0" rtl="0" algn="l">
              <a:spcBef>
                <a:spcPts val="0"/>
              </a:spcBef>
              <a:spcAft>
                <a:spcPts val="0"/>
              </a:spcAft>
              <a:buNone/>
            </a:pPr>
            <a:r>
              <a:rPr lang="en" sz="2600">
                <a:latin typeface="Consolas"/>
                <a:ea typeface="Consolas"/>
                <a:cs typeface="Consolas"/>
                <a:sym typeface="Consolas"/>
              </a:rPr>
              <a:t>  &lt;body&gt;</a:t>
            </a:r>
            <a:endParaRPr sz="2600">
              <a:latin typeface="Consolas"/>
              <a:ea typeface="Consolas"/>
              <a:cs typeface="Consolas"/>
              <a:sym typeface="Consolas"/>
            </a:endParaRPr>
          </a:p>
          <a:p>
            <a:pPr indent="0" lvl="0" marL="0" rtl="0" algn="l">
              <a:spcBef>
                <a:spcPts val="0"/>
              </a:spcBef>
              <a:spcAft>
                <a:spcPts val="0"/>
              </a:spcAft>
              <a:buNone/>
            </a:pPr>
            <a:r>
              <a:rPr lang="en" sz="2600">
                <a:latin typeface="Consolas"/>
                <a:ea typeface="Consolas"/>
                <a:cs typeface="Consolas"/>
                <a:sym typeface="Consolas"/>
              </a:rPr>
              <a:t>     &lt;img src="</a:t>
            </a:r>
            <a:r>
              <a:rPr lang="en" sz="2600">
                <a:solidFill>
                  <a:srgbClr val="FFFF00"/>
                </a:solidFill>
                <a:latin typeface="Consolas"/>
                <a:ea typeface="Consolas"/>
                <a:cs typeface="Consolas"/>
                <a:sym typeface="Consolas"/>
              </a:rPr>
              <a:t>https://example.com/ad.gif</a:t>
            </a:r>
            <a:r>
              <a:rPr lang="en" sz="2600">
                <a:latin typeface="Consolas"/>
                <a:ea typeface="Consolas"/>
                <a:cs typeface="Consolas"/>
                <a:sym typeface="Consolas"/>
              </a:rPr>
              <a:t>"&gt;</a:t>
            </a:r>
            <a:endParaRPr sz="2600">
              <a:latin typeface="Consolas"/>
              <a:ea typeface="Consolas"/>
              <a:cs typeface="Consolas"/>
              <a:sym typeface="Consolas"/>
            </a:endParaRPr>
          </a:p>
          <a:p>
            <a:pPr indent="0" lvl="0" marL="0" rtl="0" algn="l">
              <a:spcBef>
                <a:spcPts val="0"/>
              </a:spcBef>
              <a:spcAft>
                <a:spcPts val="0"/>
              </a:spcAft>
              <a:buNone/>
            </a:pPr>
            <a:r>
              <a:rPr lang="en" sz="2600">
                <a:latin typeface="Consolas"/>
                <a:ea typeface="Consolas"/>
                <a:cs typeface="Consolas"/>
                <a:sym typeface="Consolas"/>
              </a:rPr>
              <a:t>  &lt;/body&gt;</a:t>
            </a:r>
            <a:endParaRPr sz="2600">
              <a:latin typeface="Consolas"/>
              <a:ea typeface="Consolas"/>
              <a:cs typeface="Consolas"/>
              <a:sym typeface="Consolas"/>
            </a:endParaRPr>
          </a:p>
          <a:p>
            <a:pPr indent="0" lvl="0" marL="0" rtl="0" algn="l">
              <a:spcBef>
                <a:spcPts val="0"/>
              </a:spcBef>
              <a:spcAft>
                <a:spcPts val="0"/>
              </a:spcAft>
              <a:buNone/>
            </a:pPr>
            <a:r>
              <a:rPr lang="en" sz="2600">
                <a:latin typeface="Consolas"/>
                <a:ea typeface="Consolas"/>
                <a:cs typeface="Consolas"/>
                <a:sym typeface="Consolas"/>
              </a:rPr>
              <a:t>&lt;/html&gt;</a:t>
            </a:r>
            <a:endParaRPr sz="2600">
              <a:latin typeface="Consolas"/>
              <a:ea typeface="Consolas"/>
              <a:cs typeface="Consolas"/>
              <a:sym typeface="Consolas"/>
            </a:endParaRPr>
          </a:p>
          <a:p>
            <a:pPr indent="0" lvl="0" marL="0" rtl="0" algn="l">
              <a:spcBef>
                <a:spcPts val="0"/>
              </a:spcBef>
              <a:spcAft>
                <a:spcPts val="0"/>
              </a:spcAft>
              <a:buNone/>
            </a:pPr>
            <a:r>
              <a:t/>
            </a:r>
            <a:endParaRPr sz="2600">
              <a:latin typeface="Consolas"/>
              <a:ea typeface="Consolas"/>
              <a:cs typeface="Consolas"/>
              <a:sym typeface="Consolas"/>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49"/>
          <p:cNvSpPr txBox="1"/>
          <p:nvPr>
            <p:ph type="title"/>
          </p:nvPr>
        </p:nvSpPr>
        <p:spPr>
          <a:xfrm>
            <a:off x="228600" y="450150"/>
            <a:ext cx="86868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sz="2800">
                <a:latin typeface="Consolas"/>
                <a:ea typeface="Consolas"/>
                <a:cs typeface="Consolas"/>
                <a:sym typeface="Consolas"/>
              </a:rPr>
              <a:t>GET /ad.gif HTTP/3</a:t>
            </a:r>
            <a:endParaRPr sz="2800">
              <a:latin typeface="Consolas"/>
              <a:ea typeface="Consolas"/>
              <a:cs typeface="Consolas"/>
              <a:sym typeface="Consolas"/>
            </a:endParaRPr>
          </a:p>
          <a:p>
            <a:pPr indent="0" lvl="0" marL="0" rtl="0" algn="l">
              <a:spcBef>
                <a:spcPts val="0"/>
              </a:spcBef>
              <a:spcAft>
                <a:spcPts val="0"/>
              </a:spcAft>
              <a:buNone/>
            </a:pPr>
            <a:r>
              <a:rPr lang="en" sz="2800">
                <a:latin typeface="Consolas"/>
                <a:ea typeface="Consolas"/>
                <a:cs typeface="Consolas"/>
                <a:sym typeface="Consolas"/>
              </a:rPr>
              <a:t>Host: example.com</a:t>
            </a:r>
            <a:endParaRPr sz="2800">
              <a:latin typeface="Consolas"/>
              <a:ea typeface="Consolas"/>
              <a:cs typeface="Consolas"/>
              <a:sym typeface="Consolas"/>
            </a:endParaRPr>
          </a:p>
          <a:p>
            <a:pPr indent="0" lvl="0" marL="0" rtl="0" algn="l">
              <a:spcBef>
                <a:spcPts val="0"/>
              </a:spcBef>
              <a:spcAft>
                <a:spcPts val="0"/>
              </a:spcAft>
              <a:buNone/>
            </a:pPr>
            <a:r>
              <a:rPr lang="en" sz="2800">
                <a:latin typeface="Consolas"/>
                <a:ea typeface="Consolas"/>
                <a:cs typeface="Consolas"/>
                <a:sym typeface="Consolas"/>
              </a:rPr>
              <a:t>Referer: </a:t>
            </a:r>
            <a:r>
              <a:rPr lang="en" sz="2800">
                <a:solidFill>
                  <a:srgbClr val="FFFF00"/>
                </a:solidFill>
                <a:latin typeface="Consolas"/>
                <a:ea typeface="Consolas"/>
                <a:cs typeface="Consolas"/>
                <a:sym typeface="Consolas"/>
              </a:rPr>
              <a:t>https://</a:t>
            </a:r>
            <a:r>
              <a:rPr lang="en" sz="2800">
                <a:solidFill>
                  <a:srgbClr val="FFFF00"/>
                </a:solidFill>
                <a:latin typeface="Consolas"/>
                <a:ea typeface="Consolas"/>
                <a:cs typeface="Consolas"/>
                <a:sym typeface="Consolas"/>
              </a:rPr>
              <a:t>harvard.edu/</a:t>
            </a:r>
            <a:endParaRPr sz="2800">
              <a:solidFill>
                <a:srgbClr val="FFFF00"/>
              </a:solidFill>
              <a:latin typeface="Consolas"/>
              <a:ea typeface="Consolas"/>
              <a:cs typeface="Consolas"/>
              <a:sym typeface="Consolas"/>
            </a:endParaRPr>
          </a:p>
          <a:p>
            <a:pPr indent="0" lvl="0" marL="0" rtl="0" algn="l">
              <a:spcBef>
                <a:spcPts val="0"/>
              </a:spcBef>
              <a:spcAft>
                <a:spcPts val="0"/>
              </a:spcAft>
              <a:buNone/>
            </a:pPr>
            <a:r>
              <a:t/>
            </a:r>
            <a:endParaRPr sz="2800">
              <a:latin typeface="Consolas"/>
              <a:ea typeface="Consolas"/>
              <a:cs typeface="Consolas"/>
              <a:sym typeface="Consolas"/>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50"/>
          <p:cNvSpPr txBox="1"/>
          <p:nvPr>
            <p:ph type="title"/>
          </p:nvPr>
        </p:nvSpPr>
        <p:spPr>
          <a:xfrm>
            <a:off x="228600" y="450150"/>
            <a:ext cx="86868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sz="2800">
                <a:latin typeface="Consolas"/>
                <a:ea typeface="Consolas"/>
                <a:cs typeface="Consolas"/>
                <a:sym typeface="Consolas"/>
              </a:rPr>
              <a:t>HTTP/3 200</a:t>
            </a:r>
            <a:endParaRPr sz="2800">
              <a:latin typeface="Consolas"/>
              <a:ea typeface="Consolas"/>
              <a:cs typeface="Consolas"/>
              <a:sym typeface="Consolas"/>
            </a:endParaRPr>
          </a:p>
          <a:p>
            <a:pPr indent="0" lvl="0" marL="0" rtl="0" algn="l">
              <a:spcBef>
                <a:spcPts val="0"/>
              </a:spcBef>
              <a:spcAft>
                <a:spcPts val="0"/>
              </a:spcAft>
              <a:buNone/>
            </a:pPr>
            <a:r>
              <a:rPr lang="en" sz="2800">
                <a:latin typeface="Consolas"/>
                <a:ea typeface="Consolas"/>
                <a:cs typeface="Consolas"/>
                <a:sym typeface="Consolas"/>
              </a:rPr>
              <a:t>Set-Cookie: id=1234abcd; max-age=</a:t>
            </a:r>
            <a:r>
              <a:rPr lang="en" sz="2800">
                <a:latin typeface="Consolas"/>
                <a:ea typeface="Consolas"/>
                <a:cs typeface="Consolas"/>
                <a:sym typeface="Consolas"/>
              </a:rPr>
              <a:t>31536000</a:t>
            </a:r>
            <a:endParaRPr sz="2800">
              <a:latin typeface="Consolas"/>
              <a:ea typeface="Consolas"/>
              <a:cs typeface="Consolas"/>
              <a:sym typeface="Consolas"/>
            </a:endParaRPr>
          </a:p>
          <a:p>
            <a:pPr indent="0" lvl="0" marL="0" rtl="0" algn="l">
              <a:spcBef>
                <a:spcPts val="0"/>
              </a:spcBef>
              <a:spcAft>
                <a:spcPts val="0"/>
              </a:spcAft>
              <a:buNone/>
            </a:pPr>
            <a:r>
              <a:t/>
            </a:r>
            <a:endParaRPr sz="2800">
              <a:latin typeface="Consolas"/>
              <a:ea typeface="Consolas"/>
              <a:cs typeface="Consolas"/>
              <a:sym typeface="Consolas"/>
            </a:endParaRPr>
          </a:p>
          <a:p>
            <a:pPr indent="0" lvl="0" marL="0" rtl="0" algn="l">
              <a:spcBef>
                <a:spcPts val="0"/>
              </a:spcBef>
              <a:spcAft>
                <a:spcPts val="0"/>
              </a:spcAft>
              <a:buNone/>
            </a:pPr>
            <a:r>
              <a:t/>
            </a:r>
            <a:endParaRPr sz="2800">
              <a:latin typeface="Consolas"/>
              <a:ea typeface="Consolas"/>
              <a:cs typeface="Consolas"/>
              <a:sym typeface="Consolas"/>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51"/>
          <p:cNvSpPr txBox="1"/>
          <p:nvPr>
            <p:ph type="title"/>
          </p:nvPr>
        </p:nvSpPr>
        <p:spPr>
          <a:xfrm>
            <a:off x="228600" y="450150"/>
            <a:ext cx="86868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sz="2800">
                <a:latin typeface="Consolas"/>
                <a:ea typeface="Consolas"/>
                <a:cs typeface="Consolas"/>
                <a:sym typeface="Consolas"/>
              </a:rPr>
              <a:t>GET /ad.gif HTTP/3</a:t>
            </a:r>
            <a:endParaRPr sz="2800">
              <a:latin typeface="Consolas"/>
              <a:ea typeface="Consolas"/>
              <a:cs typeface="Consolas"/>
              <a:sym typeface="Consolas"/>
            </a:endParaRPr>
          </a:p>
          <a:p>
            <a:pPr indent="0" lvl="0" marL="0" rtl="0" algn="l">
              <a:spcBef>
                <a:spcPts val="0"/>
              </a:spcBef>
              <a:spcAft>
                <a:spcPts val="0"/>
              </a:spcAft>
              <a:buNone/>
            </a:pPr>
            <a:r>
              <a:rPr lang="en" sz="2800">
                <a:latin typeface="Consolas"/>
                <a:ea typeface="Consolas"/>
                <a:cs typeface="Consolas"/>
                <a:sym typeface="Consolas"/>
              </a:rPr>
              <a:t>Cookie: id=1234abcd</a:t>
            </a:r>
            <a:endParaRPr sz="2800">
              <a:latin typeface="Consolas"/>
              <a:ea typeface="Consolas"/>
              <a:cs typeface="Consolas"/>
              <a:sym typeface="Consolas"/>
            </a:endParaRPr>
          </a:p>
          <a:p>
            <a:pPr indent="0" lvl="0" marL="0" rtl="0" algn="l">
              <a:spcBef>
                <a:spcPts val="0"/>
              </a:spcBef>
              <a:spcAft>
                <a:spcPts val="0"/>
              </a:spcAft>
              <a:buNone/>
            </a:pPr>
            <a:r>
              <a:rPr lang="en" sz="2800">
                <a:latin typeface="Consolas"/>
                <a:ea typeface="Consolas"/>
                <a:cs typeface="Consolas"/>
                <a:sym typeface="Consolas"/>
              </a:rPr>
              <a:t>Host: example.com</a:t>
            </a:r>
            <a:endParaRPr sz="2800">
              <a:latin typeface="Consolas"/>
              <a:ea typeface="Consolas"/>
              <a:cs typeface="Consolas"/>
              <a:sym typeface="Consolas"/>
            </a:endParaRPr>
          </a:p>
          <a:p>
            <a:pPr indent="0" lvl="0" marL="0" rtl="0" algn="l">
              <a:spcBef>
                <a:spcPts val="0"/>
              </a:spcBef>
              <a:spcAft>
                <a:spcPts val="0"/>
              </a:spcAft>
              <a:buNone/>
            </a:pPr>
            <a:r>
              <a:rPr lang="en" sz="2800">
                <a:latin typeface="Consolas"/>
                <a:ea typeface="Consolas"/>
                <a:cs typeface="Consolas"/>
                <a:sym typeface="Consolas"/>
              </a:rPr>
              <a:t>Referer: </a:t>
            </a:r>
            <a:r>
              <a:rPr lang="en" sz="2800">
                <a:solidFill>
                  <a:srgbClr val="FFFF00"/>
                </a:solidFill>
                <a:latin typeface="Consolas"/>
                <a:ea typeface="Consolas"/>
                <a:cs typeface="Consolas"/>
                <a:sym typeface="Consolas"/>
              </a:rPr>
              <a:t>https://yale.edu/</a:t>
            </a:r>
            <a:endParaRPr sz="2800">
              <a:solidFill>
                <a:srgbClr val="FFFF00"/>
              </a:solidFill>
              <a:latin typeface="Consolas"/>
              <a:ea typeface="Consolas"/>
              <a:cs typeface="Consolas"/>
              <a:sym typeface="Consolas"/>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52"/>
          <p:cNvSpPr txBox="1"/>
          <p:nvPr>
            <p:ph type="title"/>
          </p:nvPr>
        </p:nvSpPr>
        <p:spPr>
          <a:xfrm>
            <a:off x="228600" y="450150"/>
            <a:ext cx="86868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sz="2800">
                <a:latin typeface="Consolas"/>
                <a:ea typeface="Consolas"/>
                <a:cs typeface="Consolas"/>
                <a:sym typeface="Consolas"/>
              </a:rPr>
              <a:t>GET /ad.gif HTTP/3</a:t>
            </a:r>
            <a:endParaRPr sz="2800">
              <a:latin typeface="Consolas"/>
              <a:ea typeface="Consolas"/>
              <a:cs typeface="Consolas"/>
              <a:sym typeface="Consolas"/>
            </a:endParaRPr>
          </a:p>
          <a:p>
            <a:pPr indent="0" lvl="0" marL="0" rtl="0" algn="l">
              <a:spcBef>
                <a:spcPts val="0"/>
              </a:spcBef>
              <a:spcAft>
                <a:spcPts val="0"/>
              </a:spcAft>
              <a:buNone/>
            </a:pPr>
            <a:r>
              <a:rPr lang="en" sz="2800">
                <a:latin typeface="Consolas"/>
                <a:ea typeface="Consolas"/>
                <a:cs typeface="Consolas"/>
                <a:sym typeface="Consolas"/>
              </a:rPr>
              <a:t>Cookie: id=1234abcd</a:t>
            </a:r>
            <a:endParaRPr sz="2800">
              <a:latin typeface="Consolas"/>
              <a:ea typeface="Consolas"/>
              <a:cs typeface="Consolas"/>
              <a:sym typeface="Consolas"/>
            </a:endParaRPr>
          </a:p>
          <a:p>
            <a:pPr indent="0" lvl="0" marL="0" rtl="0" algn="l">
              <a:spcBef>
                <a:spcPts val="0"/>
              </a:spcBef>
              <a:spcAft>
                <a:spcPts val="0"/>
              </a:spcAft>
              <a:buNone/>
            </a:pPr>
            <a:r>
              <a:rPr lang="en" sz="2800">
                <a:latin typeface="Consolas"/>
                <a:ea typeface="Consolas"/>
                <a:cs typeface="Consolas"/>
                <a:sym typeface="Consolas"/>
              </a:rPr>
              <a:t>Host: example.com</a:t>
            </a:r>
            <a:endParaRPr sz="2800">
              <a:latin typeface="Consolas"/>
              <a:ea typeface="Consolas"/>
              <a:cs typeface="Consolas"/>
              <a:sym typeface="Consolas"/>
            </a:endParaRPr>
          </a:p>
          <a:p>
            <a:pPr indent="0" lvl="0" marL="0" rtl="0" algn="l">
              <a:spcBef>
                <a:spcPts val="0"/>
              </a:spcBef>
              <a:spcAft>
                <a:spcPts val="0"/>
              </a:spcAft>
              <a:buNone/>
            </a:pPr>
            <a:r>
              <a:rPr lang="en" sz="2800">
                <a:latin typeface="Consolas"/>
                <a:ea typeface="Consolas"/>
                <a:cs typeface="Consolas"/>
                <a:sym typeface="Consolas"/>
              </a:rPr>
              <a:t>Referer: </a:t>
            </a:r>
            <a:r>
              <a:rPr lang="en" sz="2800">
                <a:solidFill>
                  <a:srgbClr val="FFFF00"/>
                </a:solidFill>
                <a:latin typeface="Consolas"/>
                <a:ea typeface="Consolas"/>
                <a:cs typeface="Consolas"/>
                <a:sym typeface="Consolas"/>
              </a:rPr>
              <a:t>https://stanford.edu/</a:t>
            </a:r>
            <a:endParaRPr sz="2800">
              <a:solidFill>
                <a:srgbClr val="FFFF00"/>
              </a:solidFill>
              <a:latin typeface="Consolas"/>
              <a:ea typeface="Consolas"/>
              <a:cs typeface="Consolas"/>
              <a:sym typeface="Consolas"/>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53"/>
          <p:cNvSpPr txBox="1"/>
          <p:nvPr>
            <p:ph type="title"/>
          </p:nvPr>
        </p:nvSpPr>
        <p:spPr>
          <a:xfrm>
            <a:off x="490250" y="450150"/>
            <a:ext cx="81936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Private Browsing</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54"/>
          <p:cNvSpPr txBox="1"/>
          <p:nvPr>
            <p:ph type="title"/>
          </p:nvPr>
        </p:nvSpPr>
        <p:spPr>
          <a:xfrm>
            <a:off x="490250" y="450150"/>
            <a:ext cx="81936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Supercookies</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55"/>
          <p:cNvSpPr txBox="1"/>
          <p:nvPr>
            <p:ph type="title"/>
          </p:nvPr>
        </p:nvSpPr>
        <p:spPr>
          <a:xfrm>
            <a:off x="490250" y="450150"/>
            <a:ext cx="81936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sz="3100">
                <a:latin typeface="Consolas"/>
                <a:ea typeface="Consolas"/>
                <a:cs typeface="Consolas"/>
                <a:sym typeface="Consolas"/>
              </a:rPr>
              <a:t>GET / HTTP/3</a:t>
            </a:r>
            <a:endParaRPr sz="3100">
              <a:latin typeface="Consolas"/>
              <a:ea typeface="Consolas"/>
              <a:cs typeface="Consolas"/>
              <a:sym typeface="Consolas"/>
            </a:endParaRPr>
          </a:p>
          <a:p>
            <a:pPr indent="0" lvl="0" marL="0" rtl="0" algn="l">
              <a:spcBef>
                <a:spcPts val="0"/>
              </a:spcBef>
              <a:spcAft>
                <a:spcPts val="0"/>
              </a:spcAft>
              <a:buNone/>
            </a:pPr>
            <a:r>
              <a:rPr lang="en" sz="3100">
                <a:latin typeface="Consolas"/>
                <a:ea typeface="Consolas"/>
                <a:cs typeface="Consolas"/>
                <a:sym typeface="Consolas"/>
              </a:rPr>
              <a:t>Host: example.com</a:t>
            </a:r>
            <a:endParaRPr sz="3100">
              <a:latin typeface="Consolas"/>
              <a:ea typeface="Consolas"/>
              <a:cs typeface="Consolas"/>
              <a:sym typeface="Consolas"/>
            </a:endParaRPr>
          </a:p>
          <a:p>
            <a:pPr indent="0" lvl="0" marL="0" rtl="0" algn="l">
              <a:spcBef>
                <a:spcPts val="0"/>
              </a:spcBef>
              <a:spcAft>
                <a:spcPts val="0"/>
              </a:spcAft>
              <a:buNone/>
            </a:pPr>
            <a:r>
              <a:t/>
            </a:r>
            <a:endParaRPr sz="3100">
              <a:latin typeface="Consolas"/>
              <a:ea typeface="Consolas"/>
              <a:cs typeface="Consolas"/>
              <a:sym typeface="Consolas"/>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56"/>
          <p:cNvSpPr txBox="1"/>
          <p:nvPr>
            <p:ph type="title"/>
          </p:nvPr>
        </p:nvSpPr>
        <p:spPr>
          <a:xfrm>
            <a:off x="490250" y="450150"/>
            <a:ext cx="81936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sz="3100">
                <a:latin typeface="Consolas"/>
                <a:ea typeface="Consolas"/>
                <a:cs typeface="Consolas"/>
                <a:sym typeface="Consolas"/>
              </a:rPr>
              <a:t>GET / HTTP/3</a:t>
            </a:r>
            <a:endParaRPr sz="3100">
              <a:latin typeface="Consolas"/>
              <a:ea typeface="Consolas"/>
              <a:cs typeface="Consolas"/>
              <a:sym typeface="Consolas"/>
            </a:endParaRPr>
          </a:p>
          <a:p>
            <a:pPr indent="0" lvl="0" marL="0" rtl="0" algn="l">
              <a:spcBef>
                <a:spcPts val="0"/>
              </a:spcBef>
              <a:spcAft>
                <a:spcPts val="0"/>
              </a:spcAft>
              <a:buNone/>
            </a:pPr>
            <a:r>
              <a:rPr lang="en" sz="3100">
                <a:latin typeface="Consolas"/>
                <a:ea typeface="Consolas"/>
                <a:cs typeface="Consolas"/>
                <a:sym typeface="Consolas"/>
              </a:rPr>
              <a:t>Host: example.com</a:t>
            </a:r>
            <a:endParaRPr sz="3100">
              <a:latin typeface="Consolas"/>
              <a:ea typeface="Consolas"/>
              <a:cs typeface="Consolas"/>
              <a:sym typeface="Consolas"/>
            </a:endParaRPr>
          </a:p>
          <a:p>
            <a:pPr indent="0" lvl="0" marL="0" rtl="0" algn="l">
              <a:spcBef>
                <a:spcPts val="0"/>
              </a:spcBef>
              <a:spcAft>
                <a:spcPts val="0"/>
              </a:spcAft>
              <a:buNone/>
            </a:pPr>
            <a:r>
              <a:rPr lang="en" sz="3100">
                <a:latin typeface="Consolas"/>
                <a:ea typeface="Consolas"/>
                <a:cs typeface="Consolas"/>
                <a:sym typeface="Consolas"/>
              </a:rPr>
              <a:t>Cookie: id=1234abcd</a:t>
            </a:r>
            <a:endParaRPr sz="3100">
              <a:latin typeface="Consolas"/>
              <a:ea typeface="Consolas"/>
              <a:cs typeface="Consolas"/>
              <a:sym typeface="Consolas"/>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57"/>
          <p:cNvSpPr txBox="1"/>
          <p:nvPr>
            <p:ph type="title"/>
          </p:nvPr>
        </p:nvSpPr>
        <p:spPr>
          <a:xfrm>
            <a:off x="490250" y="450150"/>
            <a:ext cx="81936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DNS</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58"/>
          <p:cNvSpPr txBox="1"/>
          <p:nvPr>
            <p:ph type="title"/>
          </p:nvPr>
        </p:nvSpPr>
        <p:spPr>
          <a:xfrm>
            <a:off x="490250" y="450150"/>
            <a:ext cx="81936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DNS over HTTPS (DoH)</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59"/>
          <p:cNvSpPr txBox="1"/>
          <p:nvPr>
            <p:ph type="title"/>
          </p:nvPr>
        </p:nvSpPr>
        <p:spPr>
          <a:xfrm>
            <a:off x="490250" y="450150"/>
            <a:ext cx="81936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DNS over TLS (DoT)</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60"/>
          <p:cNvSpPr txBox="1"/>
          <p:nvPr>
            <p:ph type="title"/>
          </p:nvPr>
        </p:nvSpPr>
        <p:spPr>
          <a:xfrm>
            <a:off x="490250" y="526350"/>
            <a:ext cx="81936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Virtual Private Network </a:t>
            </a:r>
            <a:endParaRPr/>
          </a:p>
          <a:p>
            <a:pPr indent="0" lvl="0" marL="0" rtl="0" algn="l">
              <a:spcBef>
                <a:spcPts val="0"/>
              </a:spcBef>
              <a:spcAft>
                <a:spcPts val="0"/>
              </a:spcAft>
              <a:buNone/>
            </a:pPr>
            <a:r>
              <a:rPr lang="en"/>
              <a:t>(VPN)</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61"/>
          <p:cNvSpPr txBox="1"/>
          <p:nvPr>
            <p:ph type="title"/>
          </p:nvPr>
        </p:nvSpPr>
        <p:spPr>
          <a:xfrm>
            <a:off x="490250" y="450150"/>
            <a:ext cx="81936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Tor</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pic>
        <p:nvPicPr>
          <p:cNvPr id="300" name="Google Shape;300;p62"/>
          <p:cNvPicPr preferRelativeResize="0"/>
          <p:nvPr/>
        </p:nvPicPr>
        <p:blipFill>
          <a:blip r:embed="rId3">
            <a:alphaModFix/>
          </a:blip>
          <a:stretch>
            <a:fillRect/>
          </a:stretch>
        </p:blipFill>
        <p:spPr>
          <a:xfrm>
            <a:off x="3" y="58888"/>
            <a:ext cx="9144001" cy="5025736"/>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63"/>
          <p:cNvSpPr txBox="1"/>
          <p:nvPr>
            <p:ph type="title"/>
          </p:nvPr>
        </p:nvSpPr>
        <p:spPr>
          <a:xfrm>
            <a:off x="490250" y="450150"/>
            <a:ext cx="81936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Permissions</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64"/>
          <p:cNvSpPr txBox="1"/>
          <p:nvPr>
            <p:ph type="title"/>
          </p:nvPr>
        </p:nvSpPr>
        <p:spPr>
          <a:xfrm>
            <a:off x="490250" y="450150"/>
            <a:ext cx="81936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Location-Based Services</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65"/>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sz="2800"/>
              <a:t>Introduction to</a:t>
            </a:r>
            <a:endParaRPr sz="2800"/>
          </a:p>
          <a:p>
            <a:pPr indent="0" lvl="0" marL="0" rtl="0" algn="l">
              <a:spcBef>
                <a:spcPts val="0"/>
              </a:spcBef>
              <a:spcAft>
                <a:spcPts val="0"/>
              </a:spcAft>
              <a:buNone/>
            </a:pPr>
            <a:r>
              <a:rPr lang="en"/>
              <a:t>Cybersecurity</a:t>
            </a:r>
            <a:endParaRPr/>
          </a:p>
        </p:txBody>
      </p:sp>
      <p:sp>
        <p:nvSpPr>
          <p:cNvPr id="316" name="Google Shape;316;p65"/>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lang="en"/>
              <a:t>David J. Malan</a:t>
            </a:r>
            <a:endParaRPr/>
          </a:p>
          <a:p>
            <a:pPr indent="0" lvl="0" marL="0" rtl="0" algn="l">
              <a:spcBef>
                <a:spcPts val="0"/>
              </a:spcBef>
              <a:spcAft>
                <a:spcPts val="0"/>
              </a:spcAft>
              <a:buNone/>
            </a:pPr>
            <a:r>
              <a:rPr lang="en"/>
              <a:t>malan@harvard.edu</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Dark">
  <a:themeElements>
    <a:clrScheme name="Simple Dark">
      <a:dk1>
        <a:srgbClr val="FFFFFF"/>
      </a:dk1>
      <a:lt1>
        <a:srgbClr val="212121"/>
      </a:lt1>
      <a:dk2>
        <a:srgbClr val="303030"/>
      </a:dk2>
      <a:lt2>
        <a:srgbClr val="ADADAD"/>
      </a:lt2>
      <a:accent1>
        <a:srgbClr val="009688"/>
      </a:accent1>
      <a:accent2>
        <a:srgbClr val="EEEEEE"/>
      </a:accent2>
      <a:accent3>
        <a:srgbClr val="78909C"/>
      </a:accent3>
      <a:accent4>
        <a:srgbClr val="FFAB40"/>
      </a:accent4>
      <a:accent5>
        <a:srgbClr val="4DD0E1"/>
      </a:accent5>
      <a:accent6>
        <a:srgbClr val="EEFF41"/>
      </a:accent6>
      <a:hlink>
        <a:srgbClr val="4DD0E1"/>
      </a:hlink>
      <a:folHlink>
        <a:srgbClr val="4DD0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